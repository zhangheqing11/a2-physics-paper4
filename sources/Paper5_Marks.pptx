
<file path=[Content_Types].xml><?xml version="1.0" encoding="utf-8"?>
<Types xmlns="http://schemas.openxmlformats.org/package/2006/content-types">
  <Default Extension="xml" ContentType="application/xml"/>
  <Default Extension="wmf" ContentType="image/x-wmf"/>
  <Default Extension="jpg" ContentType="image/jpeg"/>
  <Default Extension="jpeg" ContentType="image/jpeg"/>
  <Default Extension="rels" ContentType="application/vnd.openxmlformats-package.relationships+xml"/>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61" r:id="rId2"/>
    <p:sldId id="463" r:id="rId3"/>
    <p:sldId id="522" r:id="rId4"/>
    <p:sldId id="506" r:id="rId5"/>
    <p:sldId id="521" r:id="rId6"/>
    <p:sldId id="523" r:id="rId7"/>
    <p:sldId id="525" r:id="rId8"/>
    <p:sldId id="526" r:id="rId9"/>
    <p:sldId id="524" r:id="rId10"/>
    <p:sldId id="527" r:id="rId11"/>
    <p:sldId id="528" r:id="rId12"/>
    <p:sldId id="529" r:id="rId13"/>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355ED8"/>
    <a:srgbClr val="D88232"/>
    <a:srgbClr val="18D82F"/>
    <a:srgbClr val="FFA436"/>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39" autoAdjust="0"/>
    <p:restoredTop sz="88720" autoAdjust="0"/>
  </p:normalViewPr>
  <p:slideViewPr>
    <p:cSldViewPr>
      <p:cViewPr>
        <p:scale>
          <a:sx n="95" d="100"/>
          <a:sy n="95" d="100"/>
        </p:scale>
        <p:origin x="296" y="552"/>
      </p:cViewPr>
      <p:guideLst>
        <p:guide orient="horz" pos="2160"/>
        <p:guide pos="3840"/>
      </p:guideLst>
    </p:cSldViewPr>
  </p:slideViewPr>
  <p:outlineViewPr>
    <p:cViewPr>
      <p:scale>
        <a:sx n="33" d="100"/>
        <a:sy n="33" d="100"/>
      </p:scale>
      <p:origin x="0" y="-22504"/>
    </p:cViewPr>
  </p:outlin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88AD8E8B-E687-4A03-90AE-52C9B0C8E9AE}" type="datetimeFigureOut">
              <a:rPr lang="zh-CN" altLang="en-US"/>
              <a:pPr>
                <a:defRPr/>
              </a:pPr>
              <a:t>2020/9/22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AF6D2B9-6C14-436B-A10C-904DF9E1FBC7}" type="slidenum">
              <a:rPr lang="zh-CN" altLang="en-US"/>
              <a:pPr/>
              <a:t>‹#›</a:t>
            </a:fld>
            <a:endParaRPr lang="zh-CN" altLang="en-US"/>
          </a:p>
        </p:txBody>
      </p:sp>
    </p:spTree>
    <p:extLst>
      <p:ext uri="{BB962C8B-B14F-4D97-AF65-F5344CB8AC3E}">
        <p14:creationId xmlns:p14="http://schemas.microsoft.com/office/powerpoint/2010/main" val="18685373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ED3B08-90D6-4F75-830F-B2E09FD55CB8}" type="datetimeFigureOut">
              <a:rPr lang="zh-CN" altLang="en-US" smtClean="0"/>
              <a:t>2020/9/22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9855C17-82DF-41E3-8902-E7C4607543FD}" type="slidenum">
              <a:rPr lang="zh-CN" altLang="en-US" smtClean="0"/>
              <a:t>‹#›</a:t>
            </a:fld>
            <a:endParaRPr lang="zh-CN" altLang="en-US"/>
          </a:p>
        </p:txBody>
      </p:sp>
    </p:spTree>
    <p:extLst>
      <p:ext uri="{BB962C8B-B14F-4D97-AF65-F5344CB8AC3E}">
        <p14:creationId xmlns:p14="http://schemas.microsoft.com/office/powerpoint/2010/main" val="3692973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87B30-1889-9249-9D9C-77CD46523ECE}" type="slidenum">
              <a:rPr lang="zh-CN" altLang="en-US"/>
              <a:pPr/>
              <a:t>2</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en-US">
              <a:ea typeface="宋体" charset="-122"/>
            </a:endParaRPr>
          </a:p>
        </p:txBody>
      </p:sp>
    </p:spTree>
    <p:extLst>
      <p:ext uri="{BB962C8B-B14F-4D97-AF65-F5344CB8AC3E}">
        <p14:creationId xmlns:p14="http://schemas.microsoft.com/office/powerpoint/2010/main" val="1284886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87B30-1889-9249-9D9C-77CD46523ECE}" type="slidenum">
              <a:rPr lang="zh-CN" altLang="en-US"/>
              <a:pPr/>
              <a:t>3</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en-US">
              <a:ea typeface="宋体" charset="-122"/>
            </a:endParaRPr>
          </a:p>
        </p:txBody>
      </p:sp>
    </p:spTree>
    <p:extLst>
      <p:ext uri="{BB962C8B-B14F-4D97-AF65-F5344CB8AC3E}">
        <p14:creationId xmlns:p14="http://schemas.microsoft.com/office/powerpoint/2010/main" val="1005123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87B30-1889-9249-9D9C-77CD46523ECE}" type="slidenum">
              <a:rPr lang="zh-CN" altLang="en-US"/>
              <a:pPr/>
              <a:t>4</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en-US">
              <a:ea typeface="宋体" charset="-122"/>
            </a:endParaRPr>
          </a:p>
        </p:txBody>
      </p:sp>
    </p:spTree>
    <p:extLst>
      <p:ext uri="{BB962C8B-B14F-4D97-AF65-F5344CB8AC3E}">
        <p14:creationId xmlns:p14="http://schemas.microsoft.com/office/powerpoint/2010/main" val="1689291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87B30-1889-9249-9D9C-77CD46523ECE}" type="slidenum">
              <a:rPr lang="zh-CN" altLang="en-US"/>
              <a:pPr/>
              <a:t>5</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en-US">
              <a:ea typeface="宋体" charset="-122"/>
            </a:endParaRPr>
          </a:p>
        </p:txBody>
      </p:sp>
    </p:spTree>
    <p:extLst>
      <p:ext uri="{BB962C8B-B14F-4D97-AF65-F5344CB8AC3E}">
        <p14:creationId xmlns:p14="http://schemas.microsoft.com/office/powerpoint/2010/main" val="1131753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87B30-1889-9249-9D9C-77CD46523ECE}" type="slidenum">
              <a:rPr lang="zh-CN" altLang="en-US"/>
              <a:pPr/>
              <a:t>6</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en-US">
              <a:ea typeface="宋体" charset="-122"/>
            </a:endParaRPr>
          </a:p>
        </p:txBody>
      </p:sp>
    </p:spTree>
    <p:extLst>
      <p:ext uri="{BB962C8B-B14F-4D97-AF65-F5344CB8AC3E}">
        <p14:creationId xmlns:p14="http://schemas.microsoft.com/office/powerpoint/2010/main" val="17477127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87B30-1889-9249-9D9C-77CD46523ECE}" type="slidenum">
              <a:rPr lang="zh-CN" altLang="en-US"/>
              <a:pPr/>
              <a:t>7</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en-US">
              <a:ea typeface="宋体" charset="-122"/>
            </a:endParaRPr>
          </a:p>
        </p:txBody>
      </p:sp>
    </p:spTree>
    <p:extLst>
      <p:ext uri="{BB962C8B-B14F-4D97-AF65-F5344CB8AC3E}">
        <p14:creationId xmlns:p14="http://schemas.microsoft.com/office/powerpoint/2010/main" val="1171102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87B30-1889-9249-9D9C-77CD46523ECE}" type="slidenum">
              <a:rPr lang="zh-CN" altLang="en-US"/>
              <a:pPr/>
              <a:t>8</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en-US">
              <a:ea typeface="宋体" charset="-122"/>
            </a:endParaRPr>
          </a:p>
        </p:txBody>
      </p:sp>
    </p:spTree>
    <p:extLst>
      <p:ext uri="{BB962C8B-B14F-4D97-AF65-F5344CB8AC3E}">
        <p14:creationId xmlns:p14="http://schemas.microsoft.com/office/powerpoint/2010/main" val="696285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87B30-1889-9249-9D9C-77CD46523ECE}" type="slidenum">
              <a:rPr lang="zh-CN" altLang="en-US"/>
              <a:pPr/>
              <a:t>9</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en-US">
              <a:ea typeface="宋体" charset="-122"/>
            </a:endParaRPr>
          </a:p>
        </p:txBody>
      </p:sp>
    </p:spTree>
    <p:extLst>
      <p:ext uri="{BB962C8B-B14F-4D97-AF65-F5344CB8AC3E}">
        <p14:creationId xmlns:p14="http://schemas.microsoft.com/office/powerpoint/2010/main" val="31392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87B30-1889-9249-9D9C-77CD46523ECE}" type="slidenum">
              <a:rPr lang="zh-CN" altLang="en-US"/>
              <a:pPr/>
              <a:t>10</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en-US">
              <a:ea typeface="宋体" charset="-122"/>
            </a:endParaRPr>
          </a:p>
        </p:txBody>
      </p:sp>
    </p:spTree>
    <p:extLst>
      <p:ext uri="{BB962C8B-B14F-4D97-AF65-F5344CB8AC3E}">
        <p14:creationId xmlns:p14="http://schemas.microsoft.com/office/powerpoint/2010/main" val="980524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87B30-1889-9249-9D9C-77CD46523ECE}" type="slidenum">
              <a:rPr lang="zh-CN" altLang="en-US"/>
              <a:pPr/>
              <a:t>11</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en-US">
              <a:ea typeface="宋体" charset="-122"/>
            </a:endParaRPr>
          </a:p>
        </p:txBody>
      </p:sp>
    </p:spTree>
    <p:extLst>
      <p:ext uri="{BB962C8B-B14F-4D97-AF65-F5344CB8AC3E}">
        <p14:creationId xmlns:p14="http://schemas.microsoft.com/office/powerpoint/2010/main" val="1676816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87B30-1889-9249-9D9C-77CD46523ECE}" type="slidenum">
              <a:rPr lang="zh-CN" altLang="en-US"/>
              <a:pPr/>
              <a:t>12</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en-US">
              <a:ea typeface="宋体" charset="-122"/>
            </a:endParaRPr>
          </a:p>
        </p:txBody>
      </p:sp>
    </p:spTree>
    <p:extLst>
      <p:ext uri="{BB962C8B-B14F-4D97-AF65-F5344CB8AC3E}">
        <p14:creationId xmlns:p14="http://schemas.microsoft.com/office/powerpoint/2010/main" val="434286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ln/>
        </p:spPr>
        <p:txBody>
          <a:bodyPr/>
          <a:lstStyle>
            <a:lvl1pPr>
              <a:defRPr/>
            </a:lvl1pPr>
          </a:lstStyle>
          <a:p>
            <a:fld id="{9E54DDC5-49BB-40E5-AADA-6C7543CA6E8F}" type="slidenum">
              <a:rPr lang="zh-CN" altLang="zh-CN"/>
              <a:pPr/>
              <a:t>‹#›</a:t>
            </a:fld>
            <a:endParaRPr lang="zh-CN" altLang="zh-CN"/>
          </a:p>
        </p:txBody>
      </p:sp>
    </p:spTree>
    <p:extLst>
      <p:ext uri="{BB962C8B-B14F-4D97-AF65-F5344CB8AC3E}">
        <p14:creationId xmlns:p14="http://schemas.microsoft.com/office/powerpoint/2010/main" val="165000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ln/>
        </p:spPr>
        <p:txBody>
          <a:bodyPr/>
          <a:lstStyle>
            <a:lvl1pPr>
              <a:defRPr/>
            </a:lvl1pPr>
          </a:lstStyle>
          <a:p>
            <a:fld id="{7208C38C-8189-4F68-9704-8FF9B8AF2BBE}" type="slidenum">
              <a:rPr lang="zh-CN" altLang="zh-CN"/>
              <a:pPr/>
              <a:t>‹#›</a:t>
            </a:fld>
            <a:endParaRPr lang="zh-CN" altLang="zh-CN"/>
          </a:p>
        </p:txBody>
      </p:sp>
    </p:spTree>
    <p:extLst>
      <p:ext uri="{BB962C8B-B14F-4D97-AF65-F5344CB8AC3E}">
        <p14:creationId xmlns:p14="http://schemas.microsoft.com/office/powerpoint/2010/main" val="4146438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ln/>
        </p:spPr>
        <p:txBody>
          <a:bodyPr/>
          <a:lstStyle>
            <a:lvl1pPr>
              <a:defRPr/>
            </a:lvl1pPr>
          </a:lstStyle>
          <a:p>
            <a:fld id="{4D53C342-EAED-4763-B9D7-F07202291CE0}" type="slidenum">
              <a:rPr lang="zh-CN" altLang="zh-CN"/>
              <a:pPr/>
              <a:t>‹#›</a:t>
            </a:fld>
            <a:endParaRPr lang="zh-CN" altLang="zh-CN"/>
          </a:p>
        </p:txBody>
      </p:sp>
    </p:spTree>
    <p:extLst>
      <p:ext uri="{BB962C8B-B14F-4D97-AF65-F5344CB8AC3E}">
        <p14:creationId xmlns:p14="http://schemas.microsoft.com/office/powerpoint/2010/main" val="2853314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a:ln/>
        </p:spPr>
        <p:txBody>
          <a:bodyPr/>
          <a:lstStyle>
            <a:lvl1pPr>
              <a:defRPr/>
            </a:lvl1pPr>
          </a:lstStyle>
          <a:p>
            <a:fld id="{69E13691-E9FF-4CD4-82AD-F7DC852A2B1B}" type="slidenum">
              <a:rPr lang="zh-CN" altLang="zh-CN"/>
              <a:pPr/>
              <a:t>‹#›</a:t>
            </a:fld>
            <a:endParaRPr lang="zh-CN" altLang="zh-CN"/>
          </a:p>
        </p:txBody>
      </p:sp>
    </p:spTree>
    <p:extLst>
      <p:ext uri="{BB962C8B-B14F-4D97-AF65-F5344CB8AC3E}">
        <p14:creationId xmlns:p14="http://schemas.microsoft.com/office/powerpoint/2010/main" val="1712001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4"/>
            <a:ext cx="5386917"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0" y="1535114"/>
            <a:ext cx="5389033"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9" name="Rectangle 6"/>
          <p:cNvSpPr>
            <a:spLocks noGrp="1" noChangeArrowheads="1"/>
          </p:cNvSpPr>
          <p:nvPr>
            <p:ph type="sldNum" sz="quarter" idx="12"/>
          </p:nvPr>
        </p:nvSpPr>
        <p:spPr>
          <a:ln/>
        </p:spPr>
        <p:txBody>
          <a:bodyPr/>
          <a:lstStyle>
            <a:lvl1pPr>
              <a:defRPr/>
            </a:lvl1pPr>
          </a:lstStyle>
          <a:p>
            <a:fld id="{D5F95F18-F7C5-4E3D-8A32-D83BBFB85FD5}" type="slidenum">
              <a:rPr lang="zh-CN" altLang="zh-CN"/>
              <a:pPr/>
              <a:t>‹#›</a:t>
            </a:fld>
            <a:endParaRPr lang="zh-CN" altLang="zh-CN"/>
          </a:p>
        </p:txBody>
      </p:sp>
    </p:spTree>
    <p:extLst>
      <p:ext uri="{BB962C8B-B14F-4D97-AF65-F5344CB8AC3E}">
        <p14:creationId xmlns:p14="http://schemas.microsoft.com/office/powerpoint/2010/main" val="1817918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5" name="Rectangle 6"/>
          <p:cNvSpPr>
            <a:spLocks noGrp="1" noChangeArrowheads="1"/>
          </p:cNvSpPr>
          <p:nvPr>
            <p:ph type="sldNum" sz="quarter" idx="12"/>
          </p:nvPr>
        </p:nvSpPr>
        <p:spPr>
          <a:ln/>
        </p:spPr>
        <p:txBody>
          <a:bodyPr/>
          <a:lstStyle>
            <a:lvl1pPr>
              <a:defRPr/>
            </a:lvl1pPr>
          </a:lstStyle>
          <a:p>
            <a:fld id="{42BE8A14-95F4-445C-B461-4633CB408717}" type="slidenum">
              <a:rPr lang="zh-CN" altLang="zh-CN"/>
              <a:pPr/>
              <a:t>‹#›</a:t>
            </a:fld>
            <a:endParaRPr lang="zh-CN" altLang="zh-CN"/>
          </a:p>
        </p:txBody>
      </p:sp>
    </p:spTree>
    <p:extLst>
      <p:ext uri="{BB962C8B-B14F-4D97-AF65-F5344CB8AC3E}">
        <p14:creationId xmlns:p14="http://schemas.microsoft.com/office/powerpoint/2010/main" val="3618372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4" name="Rectangle 6"/>
          <p:cNvSpPr>
            <a:spLocks noGrp="1" noChangeArrowheads="1"/>
          </p:cNvSpPr>
          <p:nvPr>
            <p:ph type="sldNum" sz="quarter" idx="12"/>
          </p:nvPr>
        </p:nvSpPr>
        <p:spPr>
          <a:ln/>
        </p:spPr>
        <p:txBody>
          <a:bodyPr/>
          <a:lstStyle>
            <a:lvl1pPr>
              <a:defRPr/>
            </a:lvl1pPr>
          </a:lstStyle>
          <a:p>
            <a:fld id="{70B19821-B9FA-4198-96B9-D15F767608A4}" type="slidenum">
              <a:rPr lang="zh-CN" altLang="zh-CN"/>
              <a:pPr/>
              <a:t>‹#›</a:t>
            </a:fld>
            <a:endParaRPr lang="zh-CN" altLang="zh-CN"/>
          </a:p>
        </p:txBody>
      </p:sp>
    </p:spTree>
    <p:extLst>
      <p:ext uri="{BB962C8B-B14F-4D97-AF65-F5344CB8AC3E}">
        <p14:creationId xmlns:p14="http://schemas.microsoft.com/office/powerpoint/2010/main" val="4226803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1"/>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a:ln/>
        </p:spPr>
        <p:txBody>
          <a:bodyPr/>
          <a:lstStyle>
            <a:lvl1pPr>
              <a:defRPr/>
            </a:lvl1pPr>
          </a:lstStyle>
          <a:p>
            <a:fld id="{067D4B7D-2152-48BA-A53F-B59692E3F490}" type="slidenum">
              <a:rPr lang="zh-CN" altLang="zh-CN"/>
              <a:pPr/>
              <a:t>‹#›</a:t>
            </a:fld>
            <a:endParaRPr lang="zh-CN" altLang="zh-CN"/>
          </a:p>
        </p:txBody>
      </p:sp>
    </p:spTree>
    <p:extLst>
      <p:ext uri="{BB962C8B-B14F-4D97-AF65-F5344CB8AC3E}">
        <p14:creationId xmlns:p14="http://schemas.microsoft.com/office/powerpoint/2010/main" val="2788014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1"/>
            <a:ext cx="7315200"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9"/>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a:ln/>
        </p:spPr>
        <p:txBody>
          <a:bodyPr/>
          <a:lstStyle>
            <a:lvl1pPr>
              <a:defRPr/>
            </a:lvl1pPr>
          </a:lstStyle>
          <a:p>
            <a:fld id="{F6E10EA0-3CF3-44A7-B91E-AD67B51AA5EA}" type="slidenum">
              <a:rPr lang="zh-CN" altLang="zh-CN"/>
              <a:pPr/>
              <a:t>‹#›</a:t>
            </a:fld>
            <a:endParaRPr lang="zh-CN" altLang="zh-CN"/>
          </a:p>
        </p:txBody>
      </p:sp>
    </p:spTree>
    <p:extLst>
      <p:ext uri="{BB962C8B-B14F-4D97-AF65-F5344CB8AC3E}">
        <p14:creationId xmlns:p14="http://schemas.microsoft.com/office/powerpoint/2010/main" val="2993585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ln/>
        </p:spPr>
        <p:txBody>
          <a:bodyPr/>
          <a:lstStyle>
            <a:lvl1pPr>
              <a:defRPr/>
            </a:lvl1pPr>
          </a:lstStyle>
          <a:p>
            <a:fld id="{BC1A0E31-72F8-49F1-8DF1-2556C18E4F09}" type="slidenum">
              <a:rPr lang="zh-CN" altLang="zh-CN"/>
              <a:pPr/>
              <a:t>‹#›</a:t>
            </a:fld>
            <a:endParaRPr lang="zh-CN" altLang="zh-CN"/>
          </a:p>
        </p:txBody>
      </p:sp>
    </p:spTree>
    <p:extLst>
      <p:ext uri="{BB962C8B-B14F-4D97-AF65-F5344CB8AC3E}">
        <p14:creationId xmlns:p14="http://schemas.microsoft.com/office/powerpoint/2010/main" val="27362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a:ln/>
        </p:spPr>
        <p:txBody>
          <a:bodyPr/>
          <a:lstStyle>
            <a:lvl1pPr>
              <a:defRPr/>
            </a:lvl1pPr>
          </a:lstStyle>
          <a:p>
            <a:fld id="{B5E839DA-24C6-4D78-A600-841BFDD6DCDD}" type="slidenum">
              <a:rPr lang="zh-CN" altLang="zh-CN"/>
              <a:pPr/>
              <a:t>‹#›</a:t>
            </a:fld>
            <a:endParaRPr lang="zh-CN" altLang="zh-CN"/>
          </a:p>
        </p:txBody>
      </p:sp>
    </p:spTree>
    <p:extLst>
      <p:ext uri="{BB962C8B-B14F-4D97-AF65-F5344CB8AC3E}">
        <p14:creationId xmlns:p14="http://schemas.microsoft.com/office/powerpoint/2010/main" val="458501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10972800" cy="914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447800"/>
            <a:ext cx="5384800" cy="464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447800"/>
            <a:ext cx="5384800" cy="464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456084" y="6146801"/>
            <a:ext cx="2844800" cy="239713"/>
          </a:xfrm>
        </p:spPr>
        <p:txBody>
          <a:bodyPr/>
          <a:lstStyle>
            <a:lvl1pPr>
              <a:defRPr/>
            </a:lvl1pPr>
          </a:lstStyle>
          <a:p>
            <a:r>
              <a:rPr lang="zh-CN" altLang="en-US"/>
              <a:t>October 24, 2007</a:t>
            </a:r>
            <a:endParaRPr lang="en-US" altLang="zh-CN"/>
          </a:p>
        </p:txBody>
      </p:sp>
    </p:spTree>
    <p:extLst>
      <p:ext uri="{BB962C8B-B14F-4D97-AF65-F5344CB8AC3E}">
        <p14:creationId xmlns:p14="http://schemas.microsoft.com/office/powerpoint/2010/main" val="72183896"/>
      </p:ext>
    </p:extLst>
  </p:cSld>
  <p:clrMapOvr>
    <a:masterClrMapping/>
  </p:clrMapOv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7"/>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27" name="Rectangle 3"/>
          <p:cNvSpPr>
            <a:spLocks noGrp="1" noChangeArrowheads="1"/>
          </p:cNvSpPr>
          <p:nvPr>
            <p:ph type="body" idx="1"/>
          </p:nvPr>
        </p:nvSpPr>
        <p:spPr bwMode="auto">
          <a:xfrm>
            <a:off x="609600" y="1600202"/>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p:cNvSpPr>
            <a:spLocks noGrp="1" noChangeArrowheads="1"/>
          </p:cNvSpPr>
          <p:nvPr>
            <p:ph type="dt" sz="half" idx="2"/>
          </p:nvPr>
        </p:nvSpPr>
        <p:spPr bwMode="auto">
          <a:xfrm>
            <a:off x="609600" y="6245226"/>
            <a:ext cx="2844800" cy="4762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400"/>
            </a:lvl1pPr>
          </a:lstStyle>
          <a:p>
            <a:pPr>
              <a:defRPr/>
            </a:pPr>
            <a:endParaRPr lang="zh-CN" altLang="zh-CN"/>
          </a:p>
        </p:txBody>
      </p:sp>
      <p:sp>
        <p:nvSpPr>
          <p:cNvPr id="1029" name="Rectangle 5"/>
          <p:cNvSpPr>
            <a:spLocks noGrp="1" noChangeArrowheads="1"/>
          </p:cNvSpPr>
          <p:nvPr>
            <p:ph type="ftr" sz="quarter" idx="3"/>
          </p:nvPr>
        </p:nvSpPr>
        <p:spPr bwMode="auto">
          <a:xfrm>
            <a:off x="4165600" y="6245226"/>
            <a:ext cx="3860800" cy="4762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buFont typeface="Arial" panose="020B0604020202020204" pitchFamily="34" charset="0"/>
              <a:buNone/>
              <a:defRPr sz="1400"/>
            </a:lvl1pPr>
          </a:lstStyle>
          <a:p>
            <a:pPr>
              <a:defRPr/>
            </a:pPr>
            <a:endParaRPr lang="zh-CN" altLang="zh-CN"/>
          </a:p>
        </p:txBody>
      </p:sp>
      <p:sp>
        <p:nvSpPr>
          <p:cNvPr id="1030" name="Rectangle 6"/>
          <p:cNvSpPr>
            <a:spLocks noGrp="1" noChangeArrowheads="1"/>
          </p:cNvSpPr>
          <p:nvPr>
            <p:ph type="sldNum" sz="quarter" idx="4"/>
          </p:nvPr>
        </p:nvSpPr>
        <p:spPr bwMode="auto">
          <a:xfrm>
            <a:off x="8737600" y="6245226"/>
            <a:ext cx="2844800" cy="47625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a:lvl1pPr>
          </a:lstStyle>
          <a:p>
            <a:fld id="{CD4A9E63-1A25-411A-A5F3-6E082079AE58}" type="slidenum">
              <a:rPr lang="zh-CN" altLang="zh-CN"/>
              <a:pPr/>
              <a:t>‹#›</a:t>
            </a:fld>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4" Type="http://schemas.openxmlformats.org/officeDocument/2006/relationships/oleObject" Target="../embeddings/oleObject1.bin"/><Relationship Id="rId5" Type="http://schemas.openxmlformats.org/officeDocument/2006/relationships/image" Target="../media/image2.wmf"/><Relationship Id="rId1" Type="http://schemas.openxmlformats.org/officeDocument/2006/relationships/vmlDrawing" Target="../drawings/vmlDrawing1.vml"/><Relationship Id="rId2"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4" Type="http://schemas.openxmlformats.org/officeDocument/2006/relationships/oleObject" Target="../embeddings/oleObject2.bin"/><Relationship Id="rId5" Type="http://schemas.openxmlformats.org/officeDocument/2006/relationships/image" Target="../media/image2.wmf"/><Relationship Id="rId6" Type="http://schemas.openxmlformats.org/officeDocument/2006/relationships/image" Target="../media/image3.jpg"/><Relationship Id="rId1" Type="http://schemas.openxmlformats.org/officeDocument/2006/relationships/vmlDrawing" Target="../drawings/vmlDrawing2.vml"/><Relationship Id="rId2"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4" Type="http://schemas.openxmlformats.org/officeDocument/2006/relationships/oleObject" Target="../embeddings/oleObject3.bin"/><Relationship Id="rId5" Type="http://schemas.openxmlformats.org/officeDocument/2006/relationships/image" Target="../media/image2.wmf"/><Relationship Id="rId1" Type="http://schemas.openxmlformats.org/officeDocument/2006/relationships/vmlDrawing" Target="../drawings/vmlDrawing3.vml"/><Relationship Id="rId2"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4" Type="http://schemas.openxmlformats.org/officeDocument/2006/relationships/image" Target="../media/image4.png"/><Relationship Id="rId5" Type="http://schemas.openxmlformats.org/officeDocument/2006/relationships/oleObject" Target="../embeddings/oleObject4.bin"/><Relationship Id="rId6" Type="http://schemas.openxmlformats.org/officeDocument/2006/relationships/image" Target="../media/image2.wmf"/><Relationship Id="rId1" Type="http://schemas.openxmlformats.org/officeDocument/2006/relationships/vmlDrawing" Target="../drawings/vmlDrawing4.vml"/><Relationship Id="rId2"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4" Type="http://schemas.openxmlformats.org/officeDocument/2006/relationships/oleObject" Target="../embeddings/oleObject5.bin"/><Relationship Id="rId5" Type="http://schemas.openxmlformats.org/officeDocument/2006/relationships/image" Target="../media/image2.wmf"/><Relationship Id="rId6" Type="http://schemas.openxmlformats.org/officeDocument/2006/relationships/image" Target="../media/image5.png"/><Relationship Id="rId7" Type="http://schemas.openxmlformats.org/officeDocument/2006/relationships/image" Target="../media/image6.png"/><Relationship Id="rId1" Type="http://schemas.openxmlformats.org/officeDocument/2006/relationships/vmlDrawing" Target="../drawings/vmlDrawing5.vml"/><Relationship Id="rId2"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4" Type="http://schemas.openxmlformats.org/officeDocument/2006/relationships/oleObject" Target="../embeddings/oleObject6.bin"/><Relationship Id="rId5" Type="http://schemas.openxmlformats.org/officeDocument/2006/relationships/image" Target="../media/image2.wmf"/><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 Type="http://schemas.openxmlformats.org/officeDocument/2006/relationships/vmlDrawing" Target="../drawings/vmlDrawing6.vml"/><Relationship Id="rId2"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4" Type="http://schemas.openxmlformats.org/officeDocument/2006/relationships/oleObject" Target="../embeddings/oleObject7.bin"/><Relationship Id="rId5" Type="http://schemas.openxmlformats.org/officeDocument/2006/relationships/image" Target="../media/image2.wmf"/><Relationship Id="rId6" Type="http://schemas.openxmlformats.org/officeDocument/2006/relationships/image" Target="../media/image11.png"/><Relationship Id="rId7" Type="http://schemas.openxmlformats.org/officeDocument/2006/relationships/image" Target="../media/image12.png"/><Relationship Id="rId1" Type="http://schemas.openxmlformats.org/officeDocument/2006/relationships/vmlDrawing" Target="../drawings/vmlDrawing7.vml"/><Relationship Id="rId2"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4" Type="http://schemas.openxmlformats.org/officeDocument/2006/relationships/oleObject" Target="../embeddings/oleObject8.bin"/><Relationship Id="rId5" Type="http://schemas.openxmlformats.org/officeDocument/2006/relationships/image" Target="../media/image2.wmf"/><Relationship Id="rId6" Type="http://schemas.openxmlformats.org/officeDocument/2006/relationships/image" Target="../media/image13.png"/><Relationship Id="rId7" Type="http://schemas.openxmlformats.org/officeDocument/2006/relationships/image" Target="../media/image14.png"/><Relationship Id="rId1" Type="http://schemas.openxmlformats.org/officeDocument/2006/relationships/vmlDrawing" Target="../drawings/vmlDrawing8.vml"/><Relationship Id="rId2"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4" Type="http://schemas.openxmlformats.org/officeDocument/2006/relationships/oleObject" Target="../embeddings/oleObject9.bin"/><Relationship Id="rId5" Type="http://schemas.openxmlformats.org/officeDocument/2006/relationships/image" Target="../media/image2.wmf"/><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1" Type="http://schemas.openxmlformats.org/officeDocument/2006/relationships/vmlDrawing" Target="../drawings/vmlDrawing9.vml"/><Relationship Id="rId2"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4" Type="http://schemas.openxmlformats.org/officeDocument/2006/relationships/oleObject" Target="../embeddings/oleObject10.bin"/><Relationship Id="rId5" Type="http://schemas.openxmlformats.org/officeDocument/2006/relationships/image" Target="../media/image2.wmf"/><Relationship Id="rId6" Type="http://schemas.openxmlformats.org/officeDocument/2006/relationships/image" Target="../media/image12.png"/><Relationship Id="rId7" Type="http://schemas.openxmlformats.org/officeDocument/2006/relationships/image" Target="../media/image18.png"/><Relationship Id="rId1" Type="http://schemas.openxmlformats.org/officeDocument/2006/relationships/vmlDrawing" Target="../drawings/vmlDrawing10.vml"/><Relationship Id="rId2"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4" Type="http://schemas.openxmlformats.org/officeDocument/2006/relationships/image" Target="../media/image19.png"/><Relationship Id="rId5" Type="http://schemas.openxmlformats.org/officeDocument/2006/relationships/oleObject" Target="../embeddings/oleObject11.bin"/><Relationship Id="rId6" Type="http://schemas.openxmlformats.org/officeDocument/2006/relationships/image" Target="../media/image2.wmf"/><Relationship Id="rId7" Type="http://schemas.openxmlformats.org/officeDocument/2006/relationships/image" Target="../media/image20.png"/><Relationship Id="rId8" Type="http://schemas.openxmlformats.org/officeDocument/2006/relationships/image" Target="../media/image21.png"/><Relationship Id="rId1" Type="http://schemas.openxmlformats.org/officeDocument/2006/relationships/vmlDrawing" Target="../drawings/vmlDrawing11.vml"/><Relationship Id="rId2"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971882" y="33388"/>
            <a:ext cx="5654040" cy="1226189"/>
          </a:xfrm>
        </p:spPr>
        <p:txBody>
          <a:bodyPr/>
          <a:lstStyle/>
          <a:p>
            <a:r>
              <a:rPr lang="en-US" altLang="zh-CN" dirty="0" smtClean="0">
                <a:solidFill>
                  <a:srgbClr val="002060"/>
                </a:solidFill>
                <a:latin typeface="Tahoma" pitchFamily="34" charset="0"/>
                <a:ea typeface="Tahoma" pitchFamily="34" charset="0"/>
                <a:cs typeface="Tahoma" pitchFamily="34" charset="0"/>
              </a:rPr>
              <a:t>9702</a:t>
            </a:r>
            <a:r>
              <a:rPr lang="zh-CN" altLang="en-US" dirty="0" smtClean="0">
                <a:solidFill>
                  <a:srgbClr val="002060"/>
                </a:solidFill>
                <a:latin typeface="Tahoma" pitchFamily="34" charset="0"/>
                <a:ea typeface="Tahoma" pitchFamily="34" charset="0"/>
                <a:cs typeface="Tahoma" pitchFamily="34" charset="0"/>
              </a:rPr>
              <a:t> </a:t>
            </a:r>
            <a:r>
              <a:rPr lang="en-US" altLang="zh-CN" dirty="0" smtClean="0">
                <a:solidFill>
                  <a:srgbClr val="002060"/>
                </a:solidFill>
                <a:latin typeface="Tahoma" pitchFamily="34" charset="0"/>
                <a:ea typeface="Tahoma" pitchFamily="34" charset="0"/>
                <a:cs typeface="Tahoma" pitchFamily="34" charset="0"/>
              </a:rPr>
              <a:t>Paper5</a:t>
            </a:r>
            <a:r>
              <a:rPr lang="zh-CN" altLang="en-US" dirty="0" smtClean="0">
                <a:solidFill>
                  <a:srgbClr val="002060"/>
                </a:solidFill>
                <a:latin typeface="Tahoma" pitchFamily="34" charset="0"/>
                <a:ea typeface="Tahoma" pitchFamily="34" charset="0"/>
                <a:cs typeface="Tahoma" pitchFamily="34" charset="0"/>
              </a:rPr>
              <a:t> </a:t>
            </a:r>
            <a:r>
              <a:rPr lang="en-US" altLang="zh-CN" dirty="0" smtClean="0">
                <a:solidFill>
                  <a:srgbClr val="002060"/>
                </a:solidFill>
                <a:latin typeface="Tahoma" pitchFamily="34" charset="0"/>
                <a:ea typeface="Tahoma" pitchFamily="34" charset="0"/>
                <a:cs typeface="Tahoma" pitchFamily="34" charset="0"/>
              </a:rPr>
              <a:t>Practical</a:t>
            </a:r>
            <a:endParaRPr lang="zh-CN" altLang="en-US" dirty="0">
              <a:solidFill>
                <a:srgbClr val="002060"/>
              </a:solidFill>
              <a:latin typeface="Tahoma" pitchFamily="34" charset="0"/>
              <a:ea typeface="Tahoma" pitchFamily="34" charset="0"/>
              <a:cs typeface="Tahoma" pitchFamily="34" charset="0"/>
            </a:endParaRPr>
          </a:p>
        </p:txBody>
      </p:sp>
      <p:sp>
        <p:nvSpPr>
          <p:cNvPr id="7" name="Rectangle 3"/>
          <p:cNvSpPr txBox="1">
            <a:spLocks noChangeArrowheads="1"/>
          </p:cNvSpPr>
          <p:nvPr/>
        </p:nvSpPr>
        <p:spPr bwMode="auto">
          <a:xfrm>
            <a:off x="228754" y="1447852"/>
            <a:ext cx="11582096"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ea typeface="+mn-ea"/>
              </a:defRPr>
            </a:lvl2pPr>
            <a:lvl3pPr marL="914400" indent="0" algn="ctr" rtl="0" eaLnBrk="0" fontAlgn="base" hangingPunct="0">
              <a:spcBef>
                <a:spcPct val="20000"/>
              </a:spcBef>
              <a:spcAft>
                <a:spcPct val="0"/>
              </a:spcAft>
              <a:buNone/>
              <a:defRPr sz="2400">
                <a:solidFill>
                  <a:schemeClr val="tx1"/>
                </a:solidFill>
                <a:latin typeface="+mn-lt"/>
                <a:ea typeface="+mn-ea"/>
              </a:defRPr>
            </a:lvl3pPr>
            <a:lvl4pPr marL="1371600" indent="0" algn="ctr" rtl="0" eaLnBrk="0" fontAlgn="base" hangingPunct="0">
              <a:spcBef>
                <a:spcPct val="20000"/>
              </a:spcBef>
              <a:spcAft>
                <a:spcPct val="0"/>
              </a:spcAft>
              <a:buNone/>
              <a:defRPr sz="2000">
                <a:solidFill>
                  <a:schemeClr val="tx1"/>
                </a:solidFill>
                <a:latin typeface="+mn-lt"/>
                <a:ea typeface="+mn-ea"/>
              </a:defRPr>
            </a:lvl4pPr>
            <a:lvl5pPr marL="1828800" indent="0" algn="ctr" rtl="0" eaLnBrk="0" fontAlgn="base" hangingPunct="0">
              <a:spcBef>
                <a:spcPct val="20000"/>
              </a:spcBef>
              <a:spcAft>
                <a:spcPct val="0"/>
              </a:spcAft>
              <a:buNone/>
              <a:defRPr sz="2000">
                <a:solidFill>
                  <a:schemeClr val="tx1"/>
                </a:solidFill>
                <a:latin typeface="+mn-lt"/>
                <a:ea typeface="+mn-ea"/>
              </a:defRPr>
            </a:lvl5pPr>
            <a:lvl6pPr marL="2286000" indent="0" algn="ctr" rtl="0" fontAlgn="base">
              <a:spcBef>
                <a:spcPct val="20000"/>
              </a:spcBef>
              <a:spcAft>
                <a:spcPct val="0"/>
              </a:spcAft>
              <a:buNone/>
              <a:defRPr sz="2000">
                <a:solidFill>
                  <a:schemeClr val="tx1"/>
                </a:solidFill>
                <a:latin typeface="+mn-lt"/>
                <a:ea typeface="+mn-ea"/>
              </a:defRPr>
            </a:lvl6pPr>
            <a:lvl7pPr marL="2743200" indent="0" algn="ctr" rtl="0" fontAlgn="base">
              <a:spcBef>
                <a:spcPct val="20000"/>
              </a:spcBef>
              <a:spcAft>
                <a:spcPct val="0"/>
              </a:spcAft>
              <a:buNone/>
              <a:defRPr sz="2000">
                <a:solidFill>
                  <a:schemeClr val="tx1"/>
                </a:solidFill>
                <a:latin typeface="+mn-lt"/>
                <a:ea typeface="+mn-ea"/>
              </a:defRPr>
            </a:lvl7pPr>
            <a:lvl8pPr marL="3200400" indent="0" algn="ctr" rtl="0" fontAlgn="base">
              <a:spcBef>
                <a:spcPct val="20000"/>
              </a:spcBef>
              <a:spcAft>
                <a:spcPct val="0"/>
              </a:spcAft>
              <a:buNone/>
              <a:defRPr sz="2000">
                <a:solidFill>
                  <a:schemeClr val="tx1"/>
                </a:solidFill>
                <a:latin typeface="+mn-lt"/>
                <a:ea typeface="+mn-ea"/>
              </a:defRPr>
            </a:lvl8pPr>
            <a:lvl9pPr marL="3657600" indent="0" algn="ctr" rtl="0" fontAlgn="base">
              <a:spcBef>
                <a:spcPct val="20000"/>
              </a:spcBef>
              <a:spcAft>
                <a:spcPct val="0"/>
              </a:spcAft>
              <a:buNone/>
              <a:defRPr sz="2000">
                <a:solidFill>
                  <a:schemeClr val="tx1"/>
                </a:solidFill>
                <a:latin typeface="+mn-lt"/>
                <a:ea typeface="+mn-ea"/>
              </a:defRPr>
            </a:lvl9pPr>
          </a:lstStyle>
          <a:p>
            <a:pPr marL="457200" indent="-457200" algn="l" eaLnBrk="1" hangingPunct="1">
              <a:buClr>
                <a:schemeClr val="accent6">
                  <a:lumMod val="40000"/>
                  <a:lumOff val="60000"/>
                </a:schemeClr>
              </a:buClr>
              <a:buFont typeface="Wingdings" pitchFamily="2" charset="2"/>
              <a:buChar char="p"/>
            </a:pPr>
            <a:r>
              <a:rPr lang="en-US" altLang="zh-CN" dirty="0" smtClean="0">
                <a:solidFill>
                  <a:srgbClr val="002060"/>
                </a:solidFill>
                <a:latin typeface="Tahoma" pitchFamily="34" charset="0"/>
                <a:ea typeface="Tahoma" pitchFamily="34" charset="0"/>
                <a:cs typeface="Tahoma" pitchFamily="34" charset="0"/>
              </a:rPr>
              <a:t>2</a:t>
            </a:r>
            <a:r>
              <a:rPr lang="zh-CN" altLang="en-US" dirty="0" smtClean="0">
                <a:solidFill>
                  <a:srgbClr val="002060"/>
                </a:solidFill>
                <a:latin typeface="Tahoma" pitchFamily="34" charset="0"/>
                <a:ea typeface="Tahoma" pitchFamily="34" charset="0"/>
                <a:cs typeface="Tahoma" pitchFamily="34" charset="0"/>
              </a:rPr>
              <a:t>道题，</a:t>
            </a:r>
            <a:r>
              <a:rPr lang="en-US" altLang="zh-CN" dirty="0" smtClean="0">
                <a:solidFill>
                  <a:srgbClr val="002060"/>
                </a:solidFill>
                <a:latin typeface="Tahoma" pitchFamily="34" charset="0"/>
                <a:ea typeface="Tahoma" pitchFamily="34" charset="0"/>
                <a:cs typeface="Tahoma" pitchFamily="34" charset="0"/>
              </a:rPr>
              <a:t>1</a:t>
            </a:r>
            <a:r>
              <a:rPr lang="zh-CN" altLang="en-US" dirty="0" smtClean="0">
                <a:solidFill>
                  <a:srgbClr val="002060"/>
                </a:solidFill>
                <a:latin typeface="Tahoma" pitchFamily="34" charset="0"/>
                <a:ea typeface="Tahoma" pitchFamily="34" charset="0"/>
                <a:cs typeface="Tahoma" pitchFamily="34" charset="0"/>
              </a:rPr>
              <a:t>小时</a:t>
            </a:r>
            <a:r>
              <a:rPr lang="en-US" altLang="zh-CN" dirty="0" smtClean="0">
                <a:solidFill>
                  <a:srgbClr val="002060"/>
                </a:solidFill>
                <a:latin typeface="Tahoma" pitchFamily="34" charset="0"/>
                <a:ea typeface="Tahoma" pitchFamily="34" charset="0"/>
                <a:cs typeface="Tahoma" pitchFamily="34" charset="0"/>
              </a:rPr>
              <a:t>15</a:t>
            </a:r>
            <a:r>
              <a:rPr lang="zh-CN" altLang="en-US" dirty="0" smtClean="0">
                <a:solidFill>
                  <a:srgbClr val="002060"/>
                </a:solidFill>
                <a:latin typeface="Tahoma" pitchFamily="34" charset="0"/>
                <a:ea typeface="Tahoma" pitchFamily="34" charset="0"/>
                <a:cs typeface="Tahoma" pitchFamily="34" charset="0"/>
              </a:rPr>
              <a:t>分钟</a:t>
            </a:r>
            <a:endParaRPr lang="en-US" altLang="zh-CN" dirty="0" smtClean="0">
              <a:solidFill>
                <a:srgbClr val="002060"/>
              </a:solidFill>
              <a:latin typeface="Tahoma" pitchFamily="34" charset="0"/>
              <a:ea typeface="Tahoma" pitchFamily="34" charset="0"/>
              <a:cs typeface="Tahoma" pitchFamily="34" charset="0"/>
            </a:endParaRPr>
          </a:p>
          <a:p>
            <a:pPr marL="457200" indent="-457200" algn="l" eaLnBrk="1" hangingPunct="1">
              <a:buClr>
                <a:schemeClr val="accent6">
                  <a:lumMod val="40000"/>
                  <a:lumOff val="60000"/>
                </a:schemeClr>
              </a:buClr>
              <a:buFont typeface="Wingdings" pitchFamily="2" charset="2"/>
              <a:buChar char="p"/>
            </a:pPr>
            <a:r>
              <a:rPr lang="zh-CN" altLang="en-US" dirty="0" smtClean="0">
                <a:solidFill>
                  <a:srgbClr val="002060"/>
                </a:solidFill>
                <a:latin typeface="Tahoma" pitchFamily="34" charset="0"/>
                <a:ea typeface="Tahoma" pitchFamily="34" charset="0"/>
                <a:cs typeface="Tahoma" pitchFamily="34" charset="0"/>
              </a:rPr>
              <a:t>第一题</a:t>
            </a:r>
            <a:r>
              <a:rPr lang="en-US" altLang="zh-CN" dirty="0" smtClean="0">
                <a:solidFill>
                  <a:srgbClr val="002060"/>
                </a:solidFill>
                <a:latin typeface="Tahoma" pitchFamily="34" charset="0"/>
                <a:ea typeface="Tahoma" pitchFamily="34" charset="0"/>
                <a:cs typeface="Tahoma" pitchFamily="34" charset="0"/>
              </a:rPr>
              <a:t>15</a:t>
            </a:r>
            <a:r>
              <a:rPr lang="zh-CN" altLang="en-US" dirty="0" smtClean="0">
                <a:solidFill>
                  <a:srgbClr val="002060"/>
                </a:solidFill>
                <a:latin typeface="Tahoma" pitchFamily="34" charset="0"/>
                <a:ea typeface="Tahoma" pitchFamily="34" charset="0"/>
                <a:cs typeface="Tahoma" pitchFamily="34" charset="0"/>
              </a:rPr>
              <a:t>分的文字大题 </a:t>
            </a:r>
            <a:r>
              <a:rPr lang="en-US" altLang="zh-CN" dirty="0" smtClean="0">
                <a:solidFill>
                  <a:srgbClr val="002060"/>
                </a:solidFill>
                <a:latin typeface="Tahoma" pitchFamily="34" charset="0"/>
                <a:ea typeface="Tahoma" pitchFamily="34" charset="0"/>
                <a:cs typeface="Tahoma" pitchFamily="34" charset="0"/>
              </a:rPr>
              <a:t>Design</a:t>
            </a:r>
            <a:r>
              <a:rPr lang="zh-CN" altLang="en-US" dirty="0" smtClean="0">
                <a:solidFill>
                  <a:srgbClr val="002060"/>
                </a:solidFill>
                <a:latin typeface="Tahoma" pitchFamily="34" charset="0"/>
                <a:ea typeface="Tahoma" pitchFamily="34" charset="0"/>
                <a:cs typeface="Tahoma" pitchFamily="34" charset="0"/>
              </a:rPr>
              <a:t> </a:t>
            </a:r>
            <a:r>
              <a:rPr lang="en-US" altLang="zh-CN" dirty="0" smtClean="0">
                <a:solidFill>
                  <a:srgbClr val="002060"/>
                </a:solidFill>
                <a:latin typeface="Tahoma" pitchFamily="34" charset="0"/>
                <a:ea typeface="Tahoma" pitchFamily="34" charset="0"/>
                <a:cs typeface="Tahoma" pitchFamily="34" charset="0"/>
              </a:rPr>
              <a:t>and</a:t>
            </a:r>
            <a:r>
              <a:rPr lang="zh-CN" altLang="en-US" dirty="0" smtClean="0">
                <a:solidFill>
                  <a:srgbClr val="002060"/>
                </a:solidFill>
                <a:latin typeface="Tahoma" pitchFamily="34" charset="0"/>
                <a:ea typeface="Tahoma" pitchFamily="34" charset="0"/>
                <a:cs typeface="Tahoma" pitchFamily="34" charset="0"/>
              </a:rPr>
              <a:t> </a:t>
            </a:r>
            <a:r>
              <a:rPr lang="en-US" altLang="zh-CN" dirty="0" smtClean="0">
                <a:solidFill>
                  <a:srgbClr val="002060"/>
                </a:solidFill>
                <a:latin typeface="Tahoma" pitchFamily="34" charset="0"/>
                <a:ea typeface="Tahoma" pitchFamily="34" charset="0"/>
                <a:cs typeface="Tahoma" pitchFamily="34" charset="0"/>
              </a:rPr>
              <a:t>describe</a:t>
            </a:r>
            <a:r>
              <a:rPr lang="zh-CN" altLang="en-US" dirty="0" smtClean="0">
                <a:solidFill>
                  <a:srgbClr val="002060"/>
                </a:solidFill>
                <a:latin typeface="Tahoma" pitchFamily="34" charset="0"/>
                <a:ea typeface="Tahoma" pitchFamily="34" charset="0"/>
                <a:cs typeface="Tahoma" pitchFamily="34" charset="0"/>
              </a:rPr>
              <a:t> </a:t>
            </a:r>
            <a:r>
              <a:rPr lang="en-US" altLang="zh-CN" dirty="0" smtClean="0">
                <a:solidFill>
                  <a:srgbClr val="002060"/>
                </a:solidFill>
                <a:latin typeface="Tahoma" pitchFamily="34" charset="0"/>
                <a:ea typeface="Tahoma" pitchFamily="34" charset="0"/>
                <a:cs typeface="Tahoma" pitchFamily="34" charset="0"/>
              </a:rPr>
              <a:t>an</a:t>
            </a:r>
            <a:r>
              <a:rPr lang="zh-CN" altLang="en-US" dirty="0" smtClean="0">
                <a:solidFill>
                  <a:srgbClr val="002060"/>
                </a:solidFill>
                <a:latin typeface="Tahoma" pitchFamily="34" charset="0"/>
                <a:ea typeface="Tahoma" pitchFamily="34" charset="0"/>
                <a:cs typeface="Tahoma" pitchFamily="34" charset="0"/>
              </a:rPr>
              <a:t> </a:t>
            </a:r>
            <a:r>
              <a:rPr lang="en-US" altLang="zh-CN" dirty="0" smtClean="0">
                <a:solidFill>
                  <a:srgbClr val="002060"/>
                </a:solidFill>
                <a:latin typeface="Tahoma" pitchFamily="34" charset="0"/>
                <a:ea typeface="Tahoma" pitchFamily="34" charset="0"/>
                <a:cs typeface="Tahoma" pitchFamily="34" charset="0"/>
              </a:rPr>
              <a:t>experiment</a:t>
            </a:r>
          </a:p>
          <a:p>
            <a:pPr marL="457200" indent="-457200" algn="l" eaLnBrk="1" hangingPunct="1">
              <a:buClr>
                <a:schemeClr val="accent6">
                  <a:lumMod val="40000"/>
                  <a:lumOff val="60000"/>
                </a:schemeClr>
              </a:buClr>
              <a:buFont typeface="Wingdings" pitchFamily="2" charset="2"/>
              <a:buChar char="p"/>
            </a:pPr>
            <a:r>
              <a:rPr lang="zh-CN" altLang="en-US" dirty="0" smtClean="0">
                <a:solidFill>
                  <a:srgbClr val="002060"/>
                </a:solidFill>
                <a:latin typeface="Tahoma" pitchFamily="34" charset="0"/>
                <a:ea typeface="Tahoma" pitchFamily="34" charset="0"/>
                <a:cs typeface="Tahoma" pitchFamily="34" charset="0"/>
              </a:rPr>
              <a:t>第二题</a:t>
            </a:r>
            <a:r>
              <a:rPr lang="en-US" altLang="zh-CN" dirty="0" smtClean="0">
                <a:solidFill>
                  <a:srgbClr val="002060"/>
                </a:solidFill>
                <a:latin typeface="Tahoma" pitchFamily="34" charset="0"/>
                <a:ea typeface="Tahoma" pitchFamily="34" charset="0"/>
                <a:cs typeface="Tahoma" pitchFamily="34" charset="0"/>
              </a:rPr>
              <a:t>15</a:t>
            </a:r>
            <a:r>
              <a:rPr lang="zh-CN" altLang="en-US" dirty="0" smtClean="0">
                <a:solidFill>
                  <a:srgbClr val="002060"/>
                </a:solidFill>
                <a:latin typeface="Tahoma" pitchFamily="34" charset="0"/>
                <a:ea typeface="Tahoma" pitchFamily="34" charset="0"/>
                <a:cs typeface="Tahoma" pitchFamily="34" charset="0"/>
              </a:rPr>
              <a:t>分的数据处理画图题 </a:t>
            </a:r>
            <a:r>
              <a:rPr lang="en-US" altLang="zh-CN" dirty="0" smtClean="0">
                <a:solidFill>
                  <a:srgbClr val="002060"/>
                </a:solidFill>
                <a:latin typeface="Tahoma" pitchFamily="34" charset="0"/>
                <a:ea typeface="Tahoma" pitchFamily="34" charset="0"/>
                <a:cs typeface="Tahoma" pitchFamily="34" charset="0"/>
              </a:rPr>
              <a:t>Data</a:t>
            </a:r>
            <a:r>
              <a:rPr lang="zh-CN" altLang="en-US" dirty="0" smtClean="0">
                <a:solidFill>
                  <a:srgbClr val="002060"/>
                </a:solidFill>
                <a:latin typeface="Tahoma" pitchFamily="34" charset="0"/>
                <a:ea typeface="Tahoma" pitchFamily="34" charset="0"/>
                <a:cs typeface="Tahoma" pitchFamily="34" charset="0"/>
              </a:rPr>
              <a:t> </a:t>
            </a:r>
            <a:r>
              <a:rPr lang="en-US" altLang="zh-CN" dirty="0" smtClean="0">
                <a:solidFill>
                  <a:srgbClr val="002060"/>
                </a:solidFill>
                <a:latin typeface="Tahoma" pitchFamily="34" charset="0"/>
                <a:ea typeface="Tahoma" pitchFamily="34" charset="0"/>
                <a:cs typeface="Tahoma" pitchFamily="34" charset="0"/>
              </a:rPr>
              <a:t>analysis</a:t>
            </a:r>
            <a:r>
              <a:rPr lang="zh-CN" altLang="en-US" dirty="0" smtClean="0">
                <a:solidFill>
                  <a:srgbClr val="002060"/>
                </a:solidFill>
                <a:latin typeface="Tahoma" pitchFamily="34" charset="0"/>
                <a:ea typeface="Tahoma" pitchFamily="34" charset="0"/>
                <a:cs typeface="Tahoma" pitchFamily="34" charset="0"/>
              </a:rPr>
              <a:t> </a:t>
            </a:r>
            <a:r>
              <a:rPr lang="en-US" altLang="zh-CN" dirty="0" smtClean="0">
                <a:solidFill>
                  <a:srgbClr val="002060"/>
                </a:solidFill>
                <a:latin typeface="Tahoma" pitchFamily="34" charset="0"/>
                <a:ea typeface="Tahoma" pitchFamily="34" charset="0"/>
                <a:cs typeface="Tahoma" pitchFamily="34" charset="0"/>
              </a:rPr>
              <a:t>and</a:t>
            </a:r>
            <a:r>
              <a:rPr lang="zh-CN" altLang="en-US" dirty="0" smtClean="0">
                <a:solidFill>
                  <a:srgbClr val="002060"/>
                </a:solidFill>
                <a:latin typeface="Tahoma" pitchFamily="34" charset="0"/>
                <a:ea typeface="Tahoma" pitchFamily="34" charset="0"/>
                <a:cs typeface="Tahoma" pitchFamily="34" charset="0"/>
              </a:rPr>
              <a:t> </a:t>
            </a:r>
            <a:r>
              <a:rPr lang="en-US" altLang="zh-CN" dirty="0" smtClean="0">
                <a:solidFill>
                  <a:srgbClr val="002060"/>
                </a:solidFill>
                <a:latin typeface="Tahoma" pitchFamily="34" charset="0"/>
                <a:ea typeface="Tahoma" pitchFamily="34" charset="0"/>
                <a:cs typeface="Tahoma" pitchFamily="34" charset="0"/>
              </a:rPr>
              <a:t>process</a:t>
            </a:r>
            <a:endParaRPr lang="en-US" altLang="zh-CN" dirty="0">
              <a:solidFill>
                <a:srgbClr val="002060"/>
              </a:solidFill>
              <a:latin typeface="Tahoma" pitchFamily="34" charset="0"/>
              <a:ea typeface="Tahoma" pitchFamily="34" charset="0"/>
              <a:cs typeface="Tahoma" pitchFamily="34" charset="0"/>
            </a:endParaRPr>
          </a:p>
        </p:txBody>
      </p:sp>
      <p:sp>
        <p:nvSpPr>
          <p:cNvPr id="3" name="AutoShape 2" descr="“measurement”的图片搜索结果"/>
          <p:cNvSpPr>
            <a:spLocks noChangeAspect="1" noChangeArrowheads="1"/>
          </p:cNvSpPr>
          <p:nvPr/>
        </p:nvSpPr>
        <p:spPr bwMode="auto">
          <a:xfrm>
            <a:off x="167957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42" name="Rectangle 38"/>
          <p:cNvSpPr>
            <a:spLocks noChangeArrowheads="1"/>
          </p:cNvSpPr>
          <p:nvPr/>
        </p:nvSpPr>
        <p:spPr bwMode="auto">
          <a:xfrm>
            <a:off x="609744" y="914466"/>
            <a:ext cx="10972512" cy="1981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rgbClr val="9999FF"/>
              </a:buClr>
              <a:buSzPct val="80000"/>
              <a:buFont typeface="Wingdings" charset="2"/>
              <a:buChar char="q"/>
              <a:defRPr sz="2800">
                <a:solidFill>
                  <a:schemeClr val="bg2"/>
                </a:solidFill>
                <a:latin typeface="Tahoma" charset="0"/>
              </a:defRPr>
            </a:lvl1pPr>
            <a:lvl2pPr marL="742950" indent="-285750" algn="l">
              <a:spcBef>
                <a:spcPct val="20000"/>
              </a:spcBef>
              <a:buClr>
                <a:srgbClr val="9999FF"/>
              </a:buClr>
              <a:buSzPct val="65000"/>
              <a:buFont typeface="Wingdings" charset="2"/>
              <a:buChar char="n"/>
              <a:defRPr sz="2400">
                <a:solidFill>
                  <a:schemeClr val="bg2"/>
                </a:solidFill>
                <a:latin typeface="Tahoma" charset="0"/>
              </a:defRPr>
            </a:lvl2pPr>
            <a:lvl3pPr marL="1143000" indent="-228600" algn="l">
              <a:spcBef>
                <a:spcPct val="20000"/>
              </a:spcBef>
              <a:buClr>
                <a:srgbClr val="9999FF"/>
              </a:buClr>
              <a:buSzPct val="65000"/>
              <a:buFont typeface="Wingdings" charset="2"/>
              <a:buChar char="n"/>
              <a:defRPr sz="2000">
                <a:solidFill>
                  <a:schemeClr val="bg2"/>
                </a:solidFill>
                <a:latin typeface="Tahoma" charset="0"/>
              </a:defRPr>
            </a:lvl3pPr>
            <a:lvl4pPr marL="1600200" indent="-228600" algn="l">
              <a:spcBef>
                <a:spcPct val="20000"/>
              </a:spcBef>
              <a:buClr>
                <a:srgbClr val="9999FF"/>
              </a:buClr>
              <a:buSzPct val="65000"/>
              <a:buFont typeface="Wingdings" charset="2"/>
              <a:buChar char="n"/>
              <a:defRPr>
                <a:solidFill>
                  <a:schemeClr val="bg2"/>
                </a:solidFill>
                <a:latin typeface="Tahoma" charset="0"/>
              </a:defRPr>
            </a:lvl4pPr>
            <a:lvl5pPr marL="2057400" indent="-228600" algn="l">
              <a:spcBef>
                <a:spcPct val="20000"/>
              </a:spcBef>
              <a:buClr>
                <a:srgbClr val="9999FF"/>
              </a:buClr>
              <a:buSzPct val="65000"/>
              <a:buFont typeface="Wingdings" charset="2"/>
              <a:buChar char="n"/>
              <a:defRPr>
                <a:solidFill>
                  <a:schemeClr val="bg2"/>
                </a:solidFill>
                <a:latin typeface="Tahoma" charset="0"/>
              </a:defRPr>
            </a:lvl5pPr>
            <a:lvl6pPr marL="25146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6pPr>
            <a:lvl7pPr marL="29718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7pPr>
            <a:lvl8pPr marL="34290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8pPr>
            <a:lvl9pPr marL="38862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9pPr>
          </a:lstStyle>
          <a:p>
            <a:r>
              <a:rPr lang="en-US" altLang="zh-CN" sz="3200" dirty="0" smtClean="0">
                <a:solidFill>
                  <a:schemeClr val="accent6"/>
                </a:solidFill>
              </a:rPr>
              <a:t>Generally</a:t>
            </a:r>
            <a:r>
              <a:rPr lang="zh-CN" altLang="en-US" sz="3200" dirty="0" smtClean="0">
                <a:solidFill>
                  <a:schemeClr val="accent6"/>
                </a:solidFill>
              </a:rPr>
              <a:t> </a:t>
            </a:r>
            <a:r>
              <a:rPr lang="en-US" altLang="zh-CN" sz="3200" dirty="0" smtClean="0">
                <a:solidFill>
                  <a:schemeClr val="accent6"/>
                </a:solidFill>
              </a:rPr>
              <a:t>divided</a:t>
            </a:r>
            <a:r>
              <a:rPr lang="zh-CN" altLang="en-US" sz="3200" dirty="0" smtClean="0">
                <a:solidFill>
                  <a:schemeClr val="accent6"/>
                </a:solidFill>
              </a:rPr>
              <a:t> </a:t>
            </a:r>
            <a:r>
              <a:rPr lang="en-US" altLang="zh-CN" sz="3200" dirty="0" smtClean="0">
                <a:solidFill>
                  <a:schemeClr val="accent6"/>
                </a:solidFill>
              </a:rPr>
              <a:t>into</a:t>
            </a:r>
            <a:r>
              <a:rPr lang="zh-CN" altLang="en-US" sz="3200" dirty="0" smtClean="0">
                <a:solidFill>
                  <a:schemeClr val="accent6"/>
                </a:solidFill>
              </a:rPr>
              <a:t> </a:t>
            </a:r>
            <a:r>
              <a:rPr lang="en-US" altLang="zh-CN" sz="3200" dirty="0" smtClean="0">
                <a:solidFill>
                  <a:schemeClr val="accent6"/>
                </a:solidFill>
              </a:rPr>
              <a:t>4</a:t>
            </a:r>
            <a:r>
              <a:rPr lang="zh-CN" altLang="en-US" sz="3200" dirty="0" smtClean="0">
                <a:solidFill>
                  <a:schemeClr val="accent6"/>
                </a:solidFill>
              </a:rPr>
              <a:t> </a:t>
            </a:r>
            <a:r>
              <a:rPr lang="en-US" altLang="zh-CN" sz="3200" dirty="0" smtClean="0">
                <a:solidFill>
                  <a:schemeClr val="accent6"/>
                </a:solidFill>
              </a:rPr>
              <a:t>parts</a:t>
            </a:r>
          </a:p>
          <a:p>
            <a:pPr lvl="1"/>
            <a:r>
              <a:rPr lang="en-US" altLang="zh-CN" sz="2800" dirty="0" smtClean="0">
                <a:solidFill>
                  <a:schemeClr val="accent6"/>
                </a:solidFill>
              </a:rPr>
              <a:t>Defining</a:t>
            </a:r>
            <a:r>
              <a:rPr lang="zh-CN" altLang="en-US" sz="2800" dirty="0" smtClean="0">
                <a:solidFill>
                  <a:schemeClr val="accent6"/>
                </a:solidFill>
              </a:rPr>
              <a:t> </a:t>
            </a:r>
            <a:r>
              <a:rPr lang="en-US" altLang="zh-CN" sz="2800" dirty="0" smtClean="0">
                <a:solidFill>
                  <a:schemeClr val="accent6"/>
                </a:solidFill>
              </a:rPr>
              <a:t>the</a:t>
            </a:r>
            <a:r>
              <a:rPr lang="zh-CN" altLang="en-US" sz="2800" dirty="0" smtClean="0">
                <a:solidFill>
                  <a:schemeClr val="accent6"/>
                </a:solidFill>
              </a:rPr>
              <a:t> </a:t>
            </a:r>
            <a:r>
              <a:rPr lang="en-US" altLang="zh-CN" sz="2800" dirty="0" smtClean="0">
                <a:solidFill>
                  <a:schemeClr val="accent6"/>
                </a:solidFill>
              </a:rPr>
              <a:t>problem</a:t>
            </a:r>
            <a:r>
              <a:rPr lang="zh-CN" altLang="en-US" sz="2800" dirty="0" smtClean="0">
                <a:solidFill>
                  <a:schemeClr val="accent6"/>
                </a:solidFill>
              </a:rPr>
              <a:t> </a:t>
            </a:r>
            <a:endParaRPr lang="en-US" altLang="zh-CN" sz="2800" dirty="0" smtClean="0">
              <a:solidFill>
                <a:schemeClr val="accent6"/>
              </a:solidFill>
            </a:endParaRPr>
          </a:p>
          <a:p>
            <a:pPr lvl="1"/>
            <a:r>
              <a:rPr lang="en-US" altLang="zh-CN" sz="2800" dirty="0" smtClean="0">
                <a:solidFill>
                  <a:schemeClr val="accent6"/>
                </a:solidFill>
              </a:rPr>
              <a:t>Collecting</a:t>
            </a:r>
            <a:r>
              <a:rPr lang="zh-CN" altLang="en-US" sz="2800" dirty="0" smtClean="0">
                <a:solidFill>
                  <a:schemeClr val="accent6"/>
                </a:solidFill>
              </a:rPr>
              <a:t> </a:t>
            </a:r>
            <a:r>
              <a:rPr lang="en-US" altLang="zh-CN" sz="2800" dirty="0" smtClean="0">
                <a:solidFill>
                  <a:schemeClr val="accent6"/>
                </a:solidFill>
              </a:rPr>
              <a:t>the</a:t>
            </a:r>
            <a:r>
              <a:rPr lang="zh-CN" altLang="en-US" sz="2800" dirty="0" smtClean="0">
                <a:solidFill>
                  <a:schemeClr val="accent6"/>
                </a:solidFill>
              </a:rPr>
              <a:t> </a:t>
            </a:r>
            <a:r>
              <a:rPr lang="en-US" altLang="zh-CN" sz="2800" dirty="0" smtClean="0">
                <a:solidFill>
                  <a:schemeClr val="accent6"/>
                </a:solidFill>
              </a:rPr>
              <a:t>data</a:t>
            </a:r>
          </a:p>
          <a:p>
            <a:pPr lvl="1"/>
            <a:r>
              <a:rPr lang="en-US" altLang="zh-CN" sz="2800" dirty="0" smtClean="0">
                <a:solidFill>
                  <a:schemeClr val="accent6"/>
                </a:solidFill>
              </a:rPr>
              <a:t>Analysis</a:t>
            </a:r>
            <a:r>
              <a:rPr lang="zh-CN" altLang="en-US" sz="2800" dirty="0" smtClean="0">
                <a:solidFill>
                  <a:schemeClr val="accent6"/>
                </a:solidFill>
              </a:rPr>
              <a:t> </a:t>
            </a:r>
            <a:r>
              <a:rPr lang="en-US" altLang="zh-CN" sz="2800" dirty="0" smtClean="0">
                <a:solidFill>
                  <a:schemeClr val="accent6"/>
                </a:solidFill>
              </a:rPr>
              <a:t>of</a:t>
            </a:r>
            <a:r>
              <a:rPr lang="zh-CN" altLang="en-US" sz="2800" dirty="0" smtClean="0">
                <a:solidFill>
                  <a:schemeClr val="accent6"/>
                </a:solidFill>
              </a:rPr>
              <a:t> </a:t>
            </a:r>
            <a:r>
              <a:rPr lang="en-US" altLang="zh-CN" sz="2800" dirty="0" smtClean="0">
                <a:solidFill>
                  <a:schemeClr val="accent6"/>
                </a:solidFill>
              </a:rPr>
              <a:t>data</a:t>
            </a:r>
          </a:p>
          <a:p>
            <a:pPr lvl="1"/>
            <a:r>
              <a:rPr lang="en-US" altLang="zh-CN" sz="2800" dirty="0" smtClean="0">
                <a:solidFill>
                  <a:schemeClr val="accent6"/>
                </a:solidFill>
              </a:rPr>
              <a:t>Safety</a:t>
            </a:r>
            <a:r>
              <a:rPr lang="zh-CN" altLang="en-US" sz="2800" dirty="0" smtClean="0">
                <a:solidFill>
                  <a:schemeClr val="accent6"/>
                </a:solidFill>
              </a:rPr>
              <a:t> </a:t>
            </a:r>
            <a:r>
              <a:rPr lang="en-US" altLang="zh-CN" sz="2800" dirty="0" smtClean="0">
                <a:solidFill>
                  <a:schemeClr val="accent6"/>
                </a:solidFill>
              </a:rPr>
              <a:t>consideration</a:t>
            </a:r>
            <a:r>
              <a:rPr lang="zh-CN" altLang="en-US" sz="2800" dirty="0" smtClean="0">
                <a:solidFill>
                  <a:schemeClr val="accent6"/>
                </a:solidFill>
              </a:rPr>
              <a:t> </a:t>
            </a:r>
            <a:r>
              <a:rPr lang="en-US" altLang="zh-CN" sz="2800" dirty="0" smtClean="0">
                <a:solidFill>
                  <a:schemeClr val="accent6"/>
                </a:solidFill>
              </a:rPr>
              <a:t>and</a:t>
            </a:r>
            <a:r>
              <a:rPr lang="zh-CN" altLang="en-US" sz="2800" dirty="0" smtClean="0">
                <a:solidFill>
                  <a:schemeClr val="accent6"/>
                </a:solidFill>
              </a:rPr>
              <a:t> </a:t>
            </a:r>
            <a:r>
              <a:rPr lang="en-US" altLang="zh-CN" sz="2800" dirty="0" smtClean="0">
                <a:solidFill>
                  <a:schemeClr val="accent6"/>
                </a:solidFill>
              </a:rPr>
              <a:t>other</a:t>
            </a:r>
            <a:r>
              <a:rPr lang="zh-CN" altLang="en-US" sz="2800" dirty="0" smtClean="0">
                <a:solidFill>
                  <a:schemeClr val="accent6"/>
                </a:solidFill>
              </a:rPr>
              <a:t> </a:t>
            </a:r>
            <a:r>
              <a:rPr lang="en-US" altLang="zh-CN" sz="2800" dirty="0" smtClean="0">
                <a:solidFill>
                  <a:schemeClr val="accent6"/>
                </a:solidFill>
              </a:rPr>
              <a:t>details</a:t>
            </a:r>
          </a:p>
        </p:txBody>
      </p:sp>
      <p:sp>
        <p:nvSpPr>
          <p:cNvPr id="559106" name="Rectangle 2"/>
          <p:cNvSpPr>
            <a:spLocks noGrp="1" noChangeArrowheads="1"/>
          </p:cNvSpPr>
          <p:nvPr>
            <p:ph type="title"/>
          </p:nvPr>
        </p:nvSpPr>
        <p:spPr>
          <a:xfrm>
            <a:off x="762140" y="160806"/>
            <a:ext cx="9436100" cy="625517"/>
          </a:xfrm>
        </p:spPr>
        <p:txBody>
          <a:bodyPr/>
          <a:lstStyle/>
          <a:p>
            <a:r>
              <a:rPr lang="en-US" altLang="zh-CN" dirty="0" smtClean="0">
                <a:solidFill>
                  <a:schemeClr val="accent6"/>
                </a:solidFill>
                <a:ea typeface="宋体" charset="-122"/>
              </a:rPr>
              <a:t>Question</a:t>
            </a:r>
            <a:r>
              <a:rPr lang="zh-CN" altLang="en-US" dirty="0" smtClean="0">
                <a:solidFill>
                  <a:schemeClr val="accent6"/>
                </a:solidFill>
                <a:ea typeface="宋体" charset="-122"/>
              </a:rPr>
              <a:t> </a:t>
            </a:r>
            <a:r>
              <a:rPr lang="en-US" altLang="zh-CN" dirty="0" smtClean="0">
                <a:solidFill>
                  <a:schemeClr val="accent6"/>
                </a:solidFill>
                <a:ea typeface="宋体" charset="-122"/>
              </a:rPr>
              <a:t>1</a:t>
            </a:r>
            <a:endParaRPr lang="en-US" altLang="zh-CN" dirty="0">
              <a:solidFill>
                <a:schemeClr val="accent6"/>
              </a:solidFill>
              <a:ea typeface="宋体" charset="-122"/>
            </a:endParaRPr>
          </a:p>
        </p:txBody>
      </p:sp>
      <p:graphicFrame>
        <p:nvGraphicFramePr>
          <p:cNvPr id="55910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63606"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1925382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910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72039"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3923"/>
            <a:ext cx="9144000" cy="6858000"/>
          </a:xfrm>
          <a:prstGeom prst="rect">
            <a:avLst/>
          </a:prstGeom>
        </p:spPr>
      </p:pic>
    </p:spTree>
    <p:extLst>
      <p:ext uri="{BB962C8B-B14F-4D97-AF65-F5344CB8AC3E}">
        <p14:creationId xmlns:p14="http://schemas.microsoft.com/office/powerpoint/2010/main" val="1743269145"/>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42" name="Rectangle 38"/>
          <p:cNvSpPr>
            <a:spLocks noChangeArrowheads="1"/>
          </p:cNvSpPr>
          <p:nvPr/>
        </p:nvSpPr>
        <p:spPr bwMode="auto">
          <a:xfrm>
            <a:off x="0" y="762070"/>
            <a:ext cx="10820276" cy="6019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rgbClr val="9999FF"/>
              </a:buClr>
              <a:buSzPct val="80000"/>
              <a:buFont typeface="Wingdings" charset="2"/>
              <a:buChar char="q"/>
              <a:defRPr sz="2800">
                <a:solidFill>
                  <a:schemeClr val="bg2"/>
                </a:solidFill>
                <a:latin typeface="Tahoma" charset="0"/>
              </a:defRPr>
            </a:lvl1pPr>
            <a:lvl2pPr marL="742950" indent="-285750" algn="l">
              <a:spcBef>
                <a:spcPct val="20000"/>
              </a:spcBef>
              <a:buClr>
                <a:srgbClr val="9999FF"/>
              </a:buClr>
              <a:buSzPct val="65000"/>
              <a:buFont typeface="Wingdings" charset="2"/>
              <a:buChar char="n"/>
              <a:defRPr sz="2400">
                <a:solidFill>
                  <a:schemeClr val="bg2"/>
                </a:solidFill>
                <a:latin typeface="Tahoma" charset="0"/>
              </a:defRPr>
            </a:lvl2pPr>
            <a:lvl3pPr marL="1143000" indent="-228600" algn="l">
              <a:spcBef>
                <a:spcPct val="20000"/>
              </a:spcBef>
              <a:buClr>
                <a:srgbClr val="9999FF"/>
              </a:buClr>
              <a:buSzPct val="65000"/>
              <a:buFont typeface="Wingdings" charset="2"/>
              <a:buChar char="n"/>
              <a:defRPr sz="2000">
                <a:solidFill>
                  <a:schemeClr val="bg2"/>
                </a:solidFill>
                <a:latin typeface="Tahoma" charset="0"/>
              </a:defRPr>
            </a:lvl3pPr>
            <a:lvl4pPr marL="1600200" indent="-228600" algn="l">
              <a:spcBef>
                <a:spcPct val="20000"/>
              </a:spcBef>
              <a:buClr>
                <a:srgbClr val="9999FF"/>
              </a:buClr>
              <a:buSzPct val="65000"/>
              <a:buFont typeface="Wingdings" charset="2"/>
              <a:buChar char="n"/>
              <a:defRPr>
                <a:solidFill>
                  <a:schemeClr val="bg2"/>
                </a:solidFill>
                <a:latin typeface="Tahoma" charset="0"/>
              </a:defRPr>
            </a:lvl4pPr>
            <a:lvl5pPr marL="2057400" indent="-228600" algn="l">
              <a:spcBef>
                <a:spcPct val="20000"/>
              </a:spcBef>
              <a:buClr>
                <a:srgbClr val="9999FF"/>
              </a:buClr>
              <a:buSzPct val="65000"/>
              <a:buFont typeface="Wingdings" charset="2"/>
              <a:buChar char="n"/>
              <a:defRPr>
                <a:solidFill>
                  <a:schemeClr val="bg2"/>
                </a:solidFill>
                <a:latin typeface="Tahoma" charset="0"/>
              </a:defRPr>
            </a:lvl5pPr>
            <a:lvl6pPr marL="25146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6pPr>
            <a:lvl7pPr marL="29718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7pPr>
            <a:lvl8pPr marL="34290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8pPr>
            <a:lvl9pPr marL="38862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9pPr>
          </a:lstStyle>
          <a:p>
            <a:r>
              <a:rPr lang="en-US" altLang="zh-CN" sz="2400" dirty="0" smtClean="0">
                <a:solidFill>
                  <a:schemeClr val="accent6"/>
                </a:solidFill>
              </a:rPr>
              <a:t>Define</a:t>
            </a:r>
            <a:r>
              <a:rPr lang="zh-CN" altLang="en-US" sz="2400" dirty="0" smtClean="0">
                <a:solidFill>
                  <a:schemeClr val="accent6"/>
                </a:solidFill>
              </a:rPr>
              <a:t> </a:t>
            </a:r>
            <a:r>
              <a:rPr lang="en-US" altLang="zh-CN" sz="2400" dirty="0" smtClean="0">
                <a:solidFill>
                  <a:schemeClr val="accent6"/>
                </a:solidFill>
              </a:rPr>
              <a:t>the</a:t>
            </a:r>
            <a:r>
              <a:rPr lang="zh-CN" altLang="en-US" sz="2400" dirty="0" smtClean="0">
                <a:solidFill>
                  <a:schemeClr val="accent6"/>
                </a:solidFill>
              </a:rPr>
              <a:t> </a:t>
            </a:r>
            <a:r>
              <a:rPr lang="en-US" altLang="zh-CN" sz="2400" dirty="0" smtClean="0">
                <a:solidFill>
                  <a:schemeClr val="accent6"/>
                </a:solidFill>
              </a:rPr>
              <a:t>problem</a:t>
            </a:r>
          </a:p>
          <a:p>
            <a:pPr marL="914400" lvl="1" indent="-457200">
              <a:buClr>
                <a:schemeClr val="tx1"/>
              </a:buClr>
              <a:buSzPct val="100000"/>
              <a:buFont typeface="+mj-ea"/>
              <a:buAutoNum type="circleNumDbPlain"/>
            </a:pPr>
            <a:r>
              <a:rPr lang="en-US" altLang="zh-CN" sz="2000" dirty="0" smtClean="0">
                <a:solidFill>
                  <a:schemeClr val="accent6"/>
                </a:solidFill>
              </a:rPr>
              <a:t>___</a:t>
            </a:r>
            <a:r>
              <a:rPr lang="zh-CN" altLang="en-US" sz="2000" dirty="0" smtClean="0">
                <a:solidFill>
                  <a:schemeClr val="accent6"/>
                </a:solidFill>
              </a:rPr>
              <a:t> </a:t>
            </a:r>
            <a:r>
              <a:rPr lang="en-US" altLang="zh-CN" sz="2000" dirty="0" smtClean="0">
                <a:solidFill>
                  <a:schemeClr val="accent6"/>
                </a:solidFill>
              </a:rPr>
              <a:t>is</a:t>
            </a:r>
            <a:r>
              <a:rPr lang="zh-CN" altLang="en-US" sz="2000" dirty="0" smtClean="0">
                <a:solidFill>
                  <a:schemeClr val="accent6"/>
                </a:solidFill>
              </a:rPr>
              <a:t> </a:t>
            </a:r>
            <a:r>
              <a:rPr lang="en-US" altLang="zh-CN" sz="2000" dirty="0" smtClean="0">
                <a:solidFill>
                  <a:schemeClr val="accent6"/>
                </a:solidFill>
              </a:rPr>
              <a:t>independent</a:t>
            </a:r>
            <a:r>
              <a:rPr lang="zh-CN" altLang="en-US" sz="2000" dirty="0" smtClean="0">
                <a:solidFill>
                  <a:schemeClr val="accent6"/>
                </a:solidFill>
              </a:rPr>
              <a:t> </a:t>
            </a:r>
            <a:r>
              <a:rPr lang="en-US" altLang="zh-CN" sz="2000" dirty="0" smtClean="0">
                <a:solidFill>
                  <a:schemeClr val="accent6"/>
                </a:solidFill>
              </a:rPr>
              <a:t>variable</a:t>
            </a:r>
            <a:r>
              <a:rPr lang="zh-CN" altLang="en-US" sz="2000" dirty="0" smtClean="0">
                <a:solidFill>
                  <a:schemeClr val="accent6"/>
                </a:solidFill>
              </a:rPr>
              <a:t> </a:t>
            </a:r>
            <a:r>
              <a:rPr lang="en-US" altLang="zh-CN" sz="2000" dirty="0" smtClean="0">
                <a:solidFill>
                  <a:schemeClr val="accent6"/>
                </a:solidFill>
              </a:rPr>
              <a:t>and</a:t>
            </a:r>
            <a:r>
              <a:rPr lang="zh-CN" altLang="en-US" sz="2000" dirty="0" smtClean="0">
                <a:solidFill>
                  <a:schemeClr val="accent6"/>
                </a:solidFill>
              </a:rPr>
              <a:t> </a:t>
            </a:r>
            <a:r>
              <a:rPr lang="en-US" altLang="zh-CN" sz="2000" dirty="0" smtClean="0">
                <a:solidFill>
                  <a:schemeClr val="accent6"/>
                </a:solidFill>
              </a:rPr>
              <a:t>____</a:t>
            </a:r>
            <a:r>
              <a:rPr lang="zh-CN" altLang="en-US" sz="2000" dirty="0" smtClean="0">
                <a:solidFill>
                  <a:schemeClr val="accent6"/>
                </a:solidFill>
              </a:rPr>
              <a:t> </a:t>
            </a:r>
            <a:r>
              <a:rPr lang="en-US" altLang="zh-CN" sz="2000" dirty="0" smtClean="0">
                <a:solidFill>
                  <a:schemeClr val="accent6"/>
                </a:solidFill>
              </a:rPr>
              <a:t>is</a:t>
            </a:r>
            <a:r>
              <a:rPr lang="zh-CN" altLang="en-US" sz="2000" dirty="0" smtClean="0">
                <a:solidFill>
                  <a:schemeClr val="accent6"/>
                </a:solidFill>
              </a:rPr>
              <a:t> </a:t>
            </a:r>
            <a:r>
              <a:rPr lang="en-US" altLang="zh-CN" sz="2000" dirty="0" smtClean="0">
                <a:solidFill>
                  <a:schemeClr val="accent6"/>
                </a:solidFill>
              </a:rPr>
              <a:t>dependent</a:t>
            </a:r>
            <a:r>
              <a:rPr lang="zh-CN" altLang="en-US" sz="2000" dirty="0" smtClean="0">
                <a:solidFill>
                  <a:schemeClr val="accent6"/>
                </a:solidFill>
              </a:rPr>
              <a:t> </a:t>
            </a:r>
            <a:r>
              <a:rPr lang="en-US" altLang="zh-CN" sz="2000" dirty="0" smtClean="0">
                <a:solidFill>
                  <a:schemeClr val="accent6"/>
                </a:solidFill>
              </a:rPr>
              <a:t>variable</a:t>
            </a:r>
          </a:p>
          <a:p>
            <a:pPr marL="914400" lvl="1" indent="-457200">
              <a:buClr>
                <a:schemeClr val="tx1"/>
              </a:buClr>
              <a:buSzPct val="100000"/>
              <a:buFont typeface="+mj-ea"/>
              <a:buAutoNum type="circleNumDbPlain"/>
            </a:pPr>
            <a:r>
              <a:rPr lang="en-US" altLang="zh-CN" sz="2000" dirty="0" smtClean="0">
                <a:solidFill>
                  <a:schemeClr val="accent6"/>
                </a:solidFill>
              </a:rPr>
              <a:t>Keep</a:t>
            </a:r>
            <a:r>
              <a:rPr lang="zh-CN" altLang="en-US" sz="2000" dirty="0" smtClean="0">
                <a:solidFill>
                  <a:schemeClr val="accent6"/>
                </a:solidFill>
              </a:rPr>
              <a:t> </a:t>
            </a:r>
            <a:r>
              <a:rPr lang="en-US" altLang="zh-CN" sz="2000" dirty="0" smtClean="0">
                <a:solidFill>
                  <a:schemeClr val="accent6"/>
                </a:solidFill>
              </a:rPr>
              <a:t>_____</a:t>
            </a:r>
            <a:r>
              <a:rPr lang="zh-CN" altLang="en-US" sz="2000" dirty="0" smtClean="0">
                <a:solidFill>
                  <a:schemeClr val="accent6"/>
                </a:solidFill>
              </a:rPr>
              <a:t> </a:t>
            </a:r>
            <a:r>
              <a:rPr lang="en-US" altLang="zh-CN" sz="2000" dirty="0" smtClean="0">
                <a:solidFill>
                  <a:schemeClr val="accent6"/>
                </a:solidFill>
              </a:rPr>
              <a:t>constant</a:t>
            </a:r>
            <a:r>
              <a:rPr lang="zh-CN" altLang="en-US" sz="2000" dirty="0" smtClean="0">
                <a:solidFill>
                  <a:schemeClr val="accent6"/>
                </a:solidFill>
              </a:rPr>
              <a:t> </a:t>
            </a:r>
            <a:endParaRPr lang="en-US" altLang="zh-CN" sz="2000" dirty="0" smtClean="0">
              <a:solidFill>
                <a:schemeClr val="accent6"/>
              </a:solidFill>
            </a:endParaRPr>
          </a:p>
          <a:p>
            <a:pPr marL="914400" lvl="1" indent="-457200">
              <a:buClr>
                <a:schemeClr val="tx1"/>
              </a:buClr>
              <a:buSzPct val="100000"/>
              <a:buFont typeface="+mj-ea"/>
              <a:buAutoNum type="circleNumDbPlain"/>
            </a:pPr>
            <a:r>
              <a:rPr lang="en-US" altLang="zh-CN" sz="2000" dirty="0" smtClean="0">
                <a:solidFill>
                  <a:schemeClr val="accent6"/>
                </a:solidFill>
              </a:rPr>
              <a:t>Keep</a:t>
            </a:r>
            <a:r>
              <a:rPr lang="zh-CN" altLang="en-US" sz="2000" dirty="0" smtClean="0">
                <a:solidFill>
                  <a:schemeClr val="accent6"/>
                </a:solidFill>
              </a:rPr>
              <a:t> </a:t>
            </a:r>
            <a:r>
              <a:rPr lang="en-US" altLang="zh-CN" sz="2000" dirty="0" smtClean="0">
                <a:solidFill>
                  <a:schemeClr val="accent6"/>
                </a:solidFill>
              </a:rPr>
              <a:t>_____</a:t>
            </a:r>
            <a:r>
              <a:rPr lang="zh-CN" altLang="en-US" sz="2000" dirty="0" smtClean="0">
                <a:solidFill>
                  <a:schemeClr val="accent6"/>
                </a:solidFill>
              </a:rPr>
              <a:t> </a:t>
            </a:r>
            <a:r>
              <a:rPr lang="en-US" altLang="zh-CN" sz="2000" dirty="0" smtClean="0">
                <a:solidFill>
                  <a:schemeClr val="accent6"/>
                </a:solidFill>
              </a:rPr>
              <a:t>constant</a:t>
            </a:r>
            <a:r>
              <a:rPr lang="zh-CN" altLang="en-US" sz="2000" dirty="0" smtClean="0">
                <a:solidFill>
                  <a:schemeClr val="accent6"/>
                </a:solidFill>
              </a:rPr>
              <a:t> </a:t>
            </a:r>
            <a:endParaRPr lang="en-US" altLang="zh-CN" sz="2000" dirty="0" smtClean="0">
              <a:solidFill>
                <a:schemeClr val="accent6"/>
              </a:solidFill>
            </a:endParaRPr>
          </a:p>
          <a:p>
            <a:r>
              <a:rPr lang="en-US" altLang="zh-CN" sz="2400" dirty="0" smtClean="0">
                <a:solidFill>
                  <a:schemeClr val="accent6"/>
                </a:solidFill>
              </a:rPr>
              <a:t>Measurements</a:t>
            </a:r>
          </a:p>
          <a:p>
            <a:pPr marL="914400" lvl="1" indent="-457200">
              <a:buClr>
                <a:schemeClr val="tx1"/>
              </a:buClr>
              <a:buSzPct val="100000"/>
              <a:buFont typeface="+mj-ea"/>
              <a:buAutoNum type="circleNumDbPlain"/>
            </a:pPr>
            <a:r>
              <a:rPr lang="en-US" altLang="zh-CN" sz="2000" dirty="0" smtClean="0">
                <a:solidFill>
                  <a:schemeClr val="accent6"/>
                </a:solidFill>
              </a:rPr>
              <a:t>Labelled</a:t>
            </a:r>
            <a:r>
              <a:rPr lang="zh-CN" altLang="en-US" sz="2000" dirty="0" smtClean="0">
                <a:solidFill>
                  <a:schemeClr val="accent6"/>
                </a:solidFill>
              </a:rPr>
              <a:t> </a:t>
            </a:r>
            <a:r>
              <a:rPr lang="en-US" altLang="zh-CN" sz="2000" dirty="0" smtClean="0">
                <a:solidFill>
                  <a:schemeClr val="accent6"/>
                </a:solidFill>
              </a:rPr>
              <a:t>Diagram</a:t>
            </a:r>
            <a:endParaRPr lang="en-US" altLang="zh-CN" sz="2000" dirty="0">
              <a:solidFill>
                <a:schemeClr val="accent6"/>
              </a:solidFill>
            </a:endParaRPr>
          </a:p>
          <a:p>
            <a:pPr marL="914400" lvl="1" indent="-457200">
              <a:buClr>
                <a:schemeClr val="tx1"/>
              </a:buClr>
              <a:buSzPct val="100000"/>
              <a:buFont typeface="+mj-ea"/>
              <a:buAutoNum type="circleNumDbPlain"/>
            </a:pPr>
            <a:r>
              <a:rPr lang="en-US" altLang="zh-CN" sz="2000" dirty="0" smtClean="0">
                <a:solidFill>
                  <a:schemeClr val="accent6"/>
                </a:solidFill>
              </a:rPr>
              <a:t>Method</a:t>
            </a:r>
            <a:r>
              <a:rPr lang="zh-CN" altLang="en-US" sz="2000" dirty="0" smtClean="0">
                <a:solidFill>
                  <a:schemeClr val="accent6"/>
                </a:solidFill>
              </a:rPr>
              <a:t> </a:t>
            </a:r>
            <a:r>
              <a:rPr lang="en-US" altLang="zh-CN" sz="2000" dirty="0" smtClean="0">
                <a:solidFill>
                  <a:schemeClr val="accent6"/>
                </a:solidFill>
              </a:rPr>
              <a:t>to</a:t>
            </a:r>
            <a:r>
              <a:rPr lang="zh-CN" altLang="en-US" sz="2000" dirty="0" smtClean="0">
                <a:solidFill>
                  <a:schemeClr val="accent6"/>
                </a:solidFill>
              </a:rPr>
              <a:t> </a:t>
            </a:r>
            <a:r>
              <a:rPr lang="en-US" altLang="zh-CN" sz="2000" dirty="0" smtClean="0">
                <a:solidFill>
                  <a:schemeClr val="accent6"/>
                </a:solidFill>
              </a:rPr>
              <a:t>measure</a:t>
            </a:r>
            <a:r>
              <a:rPr lang="zh-CN" altLang="en-US" sz="2000" dirty="0" smtClean="0">
                <a:solidFill>
                  <a:schemeClr val="accent6"/>
                </a:solidFill>
              </a:rPr>
              <a:t> </a:t>
            </a:r>
            <a:r>
              <a:rPr lang="en-US" altLang="zh-CN" sz="2000" dirty="0" smtClean="0">
                <a:solidFill>
                  <a:schemeClr val="accent6"/>
                </a:solidFill>
              </a:rPr>
              <a:t>variable</a:t>
            </a:r>
            <a:r>
              <a:rPr lang="zh-CN" altLang="en-US" sz="2000" dirty="0" smtClean="0">
                <a:solidFill>
                  <a:schemeClr val="accent6"/>
                </a:solidFill>
              </a:rPr>
              <a:t> </a:t>
            </a:r>
            <a:r>
              <a:rPr lang="en-US" altLang="zh-CN" sz="2000" dirty="0" smtClean="0">
                <a:solidFill>
                  <a:schemeClr val="accent6"/>
                </a:solidFill>
              </a:rPr>
              <a:t>1</a:t>
            </a:r>
          </a:p>
          <a:p>
            <a:pPr marL="914400" lvl="1" indent="-457200">
              <a:buClr>
                <a:schemeClr val="tx1"/>
              </a:buClr>
              <a:buSzPct val="100000"/>
              <a:buFont typeface="+mj-ea"/>
              <a:buAutoNum type="circleNumDbPlain"/>
            </a:pPr>
            <a:r>
              <a:rPr lang="en-US" altLang="zh-CN" sz="2000" dirty="0" smtClean="0">
                <a:solidFill>
                  <a:schemeClr val="accent6"/>
                </a:solidFill>
              </a:rPr>
              <a:t>Method</a:t>
            </a:r>
            <a:r>
              <a:rPr lang="zh-CN" altLang="en-US" sz="2000" dirty="0" smtClean="0">
                <a:solidFill>
                  <a:schemeClr val="accent6"/>
                </a:solidFill>
              </a:rPr>
              <a:t> </a:t>
            </a:r>
            <a:r>
              <a:rPr lang="en-US" altLang="zh-CN" sz="2000" dirty="0">
                <a:solidFill>
                  <a:schemeClr val="accent6"/>
                </a:solidFill>
              </a:rPr>
              <a:t>to</a:t>
            </a:r>
            <a:r>
              <a:rPr lang="zh-CN" altLang="en-US" sz="2000" dirty="0">
                <a:solidFill>
                  <a:schemeClr val="accent6"/>
                </a:solidFill>
              </a:rPr>
              <a:t> </a:t>
            </a:r>
            <a:r>
              <a:rPr lang="en-US" altLang="zh-CN" sz="2000" dirty="0">
                <a:solidFill>
                  <a:schemeClr val="accent6"/>
                </a:solidFill>
              </a:rPr>
              <a:t>measure</a:t>
            </a:r>
            <a:r>
              <a:rPr lang="zh-CN" altLang="en-US" sz="2000" dirty="0">
                <a:solidFill>
                  <a:schemeClr val="accent6"/>
                </a:solidFill>
              </a:rPr>
              <a:t> </a:t>
            </a:r>
            <a:r>
              <a:rPr lang="en-US" altLang="zh-CN" sz="2000" dirty="0">
                <a:solidFill>
                  <a:schemeClr val="accent6"/>
                </a:solidFill>
              </a:rPr>
              <a:t>variable</a:t>
            </a:r>
            <a:r>
              <a:rPr lang="zh-CN" altLang="en-US" sz="2000" dirty="0">
                <a:solidFill>
                  <a:schemeClr val="accent6"/>
                </a:solidFill>
              </a:rPr>
              <a:t> </a:t>
            </a:r>
            <a:r>
              <a:rPr lang="en-US" altLang="zh-CN" sz="2000" dirty="0">
                <a:solidFill>
                  <a:schemeClr val="accent6"/>
                </a:solidFill>
              </a:rPr>
              <a:t>2</a:t>
            </a:r>
          </a:p>
          <a:p>
            <a:pPr marL="914400" lvl="1" indent="-457200">
              <a:buClr>
                <a:schemeClr val="tx1"/>
              </a:buClr>
              <a:buSzPct val="100000"/>
              <a:buFont typeface="+mj-ea"/>
              <a:buAutoNum type="circleNumDbPlain"/>
            </a:pPr>
            <a:r>
              <a:rPr lang="en-US" altLang="zh-CN" sz="2000" dirty="0" smtClean="0">
                <a:solidFill>
                  <a:schemeClr val="accent6"/>
                </a:solidFill>
              </a:rPr>
              <a:t>Method</a:t>
            </a:r>
            <a:r>
              <a:rPr lang="zh-CN" altLang="en-US" sz="2000" dirty="0" smtClean="0">
                <a:solidFill>
                  <a:schemeClr val="accent6"/>
                </a:solidFill>
              </a:rPr>
              <a:t> </a:t>
            </a:r>
            <a:r>
              <a:rPr lang="en-US" altLang="zh-CN" sz="2000" dirty="0" smtClean="0">
                <a:solidFill>
                  <a:schemeClr val="accent6"/>
                </a:solidFill>
              </a:rPr>
              <a:t>to</a:t>
            </a:r>
            <a:r>
              <a:rPr lang="zh-CN" altLang="en-US" sz="2000" dirty="0" smtClean="0">
                <a:solidFill>
                  <a:schemeClr val="accent6"/>
                </a:solidFill>
              </a:rPr>
              <a:t> </a:t>
            </a:r>
            <a:r>
              <a:rPr lang="en-US" altLang="zh-CN" sz="2000" dirty="0" smtClean="0">
                <a:solidFill>
                  <a:schemeClr val="accent6"/>
                </a:solidFill>
              </a:rPr>
              <a:t>change</a:t>
            </a:r>
            <a:r>
              <a:rPr lang="zh-CN" altLang="en-US" sz="2000" dirty="0" smtClean="0">
                <a:solidFill>
                  <a:schemeClr val="accent6"/>
                </a:solidFill>
              </a:rPr>
              <a:t> </a:t>
            </a:r>
            <a:r>
              <a:rPr lang="en-US" altLang="zh-CN" sz="2000" dirty="0" smtClean="0">
                <a:solidFill>
                  <a:schemeClr val="accent6"/>
                </a:solidFill>
              </a:rPr>
              <a:t>independent</a:t>
            </a:r>
            <a:r>
              <a:rPr lang="zh-CN" altLang="en-US" sz="2000" dirty="0" smtClean="0">
                <a:solidFill>
                  <a:schemeClr val="accent6"/>
                </a:solidFill>
              </a:rPr>
              <a:t> </a:t>
            </a:r>
            <a:r>
              <a:rPr lang="en-US" altLang="zh-CN" sz="2000" dirty="0" smtClean="0">
                <a:solidFill>
                  <a:schemeClr val="accent6"/>
                </a:solidFill>
              </a:rPr>
              <a:t>variable</a:t>
            </a:r>
            <a:r>
              <a:rPr lang="zh-CN" altLang="en-US" sz="2000" dirty="0" smtClean="0">
                <a:solidFill>
                  <a:schemeClr val="accent6"/>
                </a:solidFill>
              </a:rPr>
              <a:t> </a:t>
            </a:r>
            <a:r>
              <a:rPr lang="en-US" altLang="zh-CN" sz="2000" dirty="0" smtClean="0">
                <a:solidFill>
                  <a:schemeClr val="accent6"/>
                </a:solidFill>
              </a:rPr>
              <a:t>(e.g.</a:t>
            </a:r>
            <a:r>
              <a:rPr lang="zh-CN" altLang="en-US" sz="2000" dirty="0" smtClean="0">
                <a:solidFill>
                  <a:schemeClr val="accent6"/>
                </a:solidFill>
              </a:rPr>
              <a:t> </a:t>
            </a:r>
            <a:r>
              <a:rPr lang="en-US" altLang="zh-CN" sz="2000" dirty="0" smtClean="0">
                <a:solidFill>
                  <a:schemeClr val="accent6"/>
                </a:solidFill>
              </a:rPr>
              <a:t>change</a:t>
            </a:r>
            <a:r>
              <a:rPr lang="zh-CN" altLang="en-US" sz="2000" dirty="0" smtClean="0">
                <a:solidFill>
                  <a:schemeClr val="accent6"/>
                </a:solidFill>
              </a:rPr>
              <a:t> </a:t>
            </a:r>
            <a:r>
              <a:rPr lang="en-US" altLang="zh-CN" sz="2000" dirty="0" smtClean="0">
                <a:solidFill>
                  <a:schemeClr val="accent6"/>
                </a:solidFill>
              </a:rPr>
              <a:t>the</a:t>
            </a:r>
            <a:r>
              <a:rPr lang="zh-CN" altLang="en-US" sz="2000" dirty="0" smtClean="0">
                <a:solidFill>
                  <a:schemeClr val="accent6"/>
                </a:solidFill>
              </a:rPr>
              <a:t> </a:t>
            </a:r>
            <a:r>
              <a:rPr lang="en-US" altLang="zh-CN" sz="2000" dirty="0" smtClean="0">
                <a:solidFill>
                  <a:schemeClr val="accent6"/>
                </a:solidFill>
              </a:rPr>
              <a:t>power</a:t>
            </a:r>
            <a:r>
              <a:rPr lang="zh-CN" altLang="en-US" sz="2000" dirty="0" smtClean="0">
                <a:solidFill>
                  <a:schemeClr val="accent6"/>
                </a:solidFill>
              </a:rPr>
              <a:t> </a:t>
            </a:r>
            <a:r>
              <a:rPr lang="en-US" altLang="zh-CN" sz="2000" dirty="0" smtClean="0">
                <a:solidFill>
                  <a:schemeClr val="accent6"/>
                </a:solidFill>
              </a:rPr>
              <a:t>supply</a:t>
            </a:r>
            <a:r>
              <a:rPr lang="zh-CN" altLang="en-US" sz="2000" dirty="0" smtClean="0">
                <a:solidFill>
                  <a:schemeClr val="accent6"/>
                </a:solidFill>
              </a:rPr>
              <a:t> </a:t>
            </a:r>
            <a:r>
              <a:rPr lang="en-US" altLang="zh-CN" sz="2000" dirty="0" smtClean="0">
                <a:solidFill>
                  <a:schemeClr val="accent6"/>
                </a:solidFill>
              </a:rPr>
              <a:t>voltage/</a:t>
            </a:r>
            <a:r>
              <a:rPr lang="zh-CN" altLang="en-US" sz="2000" dirty="0" smtClean="0">
                <a:solidFill>
                  <a:schemeClr val="accent6"/>
                </a:solidFill>
              </a:rPr>
              <a:t> </a:t>
            </a:r>
            <a:r>
              <a:rPr lang="en-US" altLang="zh-CN" sz="2000" dirty="0" smtClean="0">
                <a:solidFill>
                  <a:schemeClr val="accent6"/>
                </a:solidFill>
              </a:rPr>
              <a:t>change</a:t>
            </a:r>
            <a:r>
              <a:rPr lang="zh-CN" altLang="en-US" sz="2000" dirty="0" smtClean="0">
                <a:solidFill>
                  <a:schemeClr val="accent6"/>
                </a:solidFill>
              </a:rPr>
              <a:t> </a:t>
            </a:r>
            <a:r>
              <a:rPr lang="en-US" altLang="zh-CN" sz="2000" dirty="0" smtClean="0">
                <a:solidFill>
                  <a:schemeClr val="accent6"/>
                </a:solidFill>
              </a:rPr>
              <a:t>the</a:t>
            </a:r>
            <a:r>
              <a:rPr lang="zh-CN" altLang="en-US" sz="2000" dirty="0" smtClean="0">
                <a:solidFill>
                  <a:schemeClr val="accent6"/>
                </a:solidFill>
              </a:rPr>
              <a:t> </a:t>
            </a:r>
            <a:r>
              <a:rPr lang="en-US" altLang="zh-CN" sz="2000" dirty="0" smtClean="0">
                <a:solidFill>
                  <a:schemeClr val="accent6"/>
                </a:solidFill>
              </a:rPr>
              <a:t>distance</a:t>
            </a:r>
            <a:r>
              <a:rPr lang="zh-CN" altLang="en-US" sz="2000" dirty="0" smtClean="0">
                <a:solidFill>
                  <a:schemeClr val="accent6"/>
                </a:solidFill>
              </a:rPr>
              <a:t> </a:t>
            </a:r>
            <a:r>
              <a:rPr lang="en-US" altLang="zh-CN" sz="2000" dirty="0" smtClean="0">
                <a:solidFill>
                  <a:schemeClr val="accent6"/>
                </a:solidFill>
              </a:rPr>
              <a:t>from</a:t>
            </a:r>
            <a:r>
              <a:rPr lang="zh-CN" altLang="en-US" sz="2000" dirty="0" smtClean="0">
                <a:solidFill>
                  <a:schemeClr val="accent6"/>
                </a:solidFill>
              </a:rPr>
              <a:t> </a:t>
            </a:r>
            <a:r>
              <a:rPr lang="en-US" altLang="zh-CN" sz="2000" dirty="0" smtClean="0">
                <a:solidFill>
                  <a:schemeClr val="accent6"/>
                </a:solidFill>
              </a:rPr>
              <a:t>wind</a:t>
            </a:r>
            <a:r>
              <a:rPr lang="zh-CN" altLang="en-US" sz="2000" dirty="0" smtClean="0">
                <a:solidFill>
                  <a:schemeClr val="accent6"/>
                </a:solidFill>
              </a:rPr>
              <a:t> </a:t>
            </a:r>
            <a:r>
              <a:rPr lang="en-US" altLang="zh-CN" sz="2000" dirty="0" smtClean="0">
                <a:solidFill>
                  <a:schemeClr val="accent6"/>
                </a:solidFill>
              </a:rPr>
              <a:t>source</a:t>
            </a:r>
            <a:r>
              <a:rPr lang="zh-CN" altLang="en-US" sz="2000" dirty="0" smtClean="0">
                <a:solidFill>
                  <a:schemeClr val="accent6"/>
                </a:solidFill>
              </a:rPr>
              <a:t> </a:t>
            </a:r>
            <a:r>
              <a:rPr lang="en-US" altLang="zh-CN" sz="2000" dirty="0" smtClean="0">
                <a:solidFill>
                  <a:schemeClr val="accent6"/>
                </a:solidFill>
              </a:rPr>
              <a:t>or</a:t>
            </a:r>
            <a:r>
              <a:rPr lang="zh-CN" altLang="en-US" sz="2000" dirty="0" smtClean="0">
                <a:solidFill>
                  <a:schemeClr val="accent6"/>
                </a:solidFill>
              </a:rPr>
              <a:t> </a:t>
            </a:r>
            <a:r>
              <a:rPr lang="en-US" altLang="zh-CN" sz="2000" dirty="0" smtClean="0">
                <a:solidFill>
                  <a:schemeClr val="accent6"/>
                </a:solidFill>
              </a:rPr>
              <a:t>so)</a:t>
            </a:r>
            <a:r>
              <a:rPr lang="zh-CN" altLang="en-US" sz="2000" dirty="0" smtClean="0">
                <a:solidFill>
                  <a:schemeClr val="accent6"/>
                </a:solidFill>
              </a:rPr>
              <a:t> </a:t>
            </a:r>
            <a:endParaRPr lang="en-US" altLang="zh-CN" sz="2000" dirty="0">
              <a:solidFill>
                <a:schemeClr val="accent6"/>
              </a:solidFill>
            </a:endParaRPr>
          </a:p>
          <a:p>
            <a:r>
              <a:rPr lang="en-US" altLang="zh-CN" sz="2400" dirty="0">
                <a:solidFill>
                  <a:schemeClr val="accent6"/>
                </a:solidFill>
              </a:rPr>
              <a:t>Analysis</a:t>
            </a:r>
            <a:r>
              <a:rPr lang="zh-CN" altLang="en-US" sz="2400" dirty="0">
                <a:solidFill>
                  <a:schemeClr val="accent6"/>
                </a:solidFill>
              </a:rPr>
              <a:t> </a:t>
            </a:r>
            <a:r>
              <a:rPr lang="en-US" altLang="zh-CN" sz="2400" dirty="0">
                <a:solidFill>
                  <a:schemeClr val="accent6"/>
                </a:solidFill>
              </a:rPr>
              <a:t>of</a:t>
            </a:r>
            <a:r>
              <a:rPr lang="zh-CN" altLang="en-US" sz="2400" dirty="0">
                <a:solidFill>
                  <a:schemeClr val="accent6"/>
                </a:solidFill>
              </a:rPr>
              <a:t> </a:t>
            </a:r>
            <a:r>
              <a:rPr lang="en-US" altLang="zh-CN" sz="2400" dirty="0">
                <a:solidFill>
                  <a:schemeClr val="accent6"/>
                </a:solidFill>
              </a:rPr>
              <a:t>Data</a:t>
            </a:r>
          </a:p>
          <a:p>
            <a:pPr marL="914400" lvl="1" indent="-457200">
              <a:buClr>
                <a:schemeClr val="tx1"/>
              </a:buClr>
              <a:buSzPct val="100000"/>
              <a:buFont typeface="+mj-ea"/>
              <a:buAutoNum type="circleNumDbPlain"/>
            </a:pPr>
            <a:r>
              <a:rPr lang="en-US" altLang="zh-CN" sz="2000" dirty="0">
                <a:solidFill>
                  <a:schemeClr val="accent6"/>
                </a:solidFill>
              </a:rPr>
              <a:t>Plot</a:t>
            </a:r>
            <a:r>
              <a:rPr lang="zh-CN" altLang="en-US" sz="2000" dirty="0">
                <a:solidFill>
                  <a:schemeClr val="accent6"/>
                </a:solidFill>
              </a:rPr>
              <a:t> </a:t>
            </a:r>
            <a:r>
              <a:rPr lang="en-US" altLang="zh-CN" sz="2000" dirty="0">
                <a:solidFill>
                  <a:schemeClr val="accent6"/>
                </a:solidFill>
              </a:rPr>
              <a:t>_____</a:t>
            </a:r>
            <a:r>
              <a:rPr lang="zh-CN" altLang="en-US" sz="2000" dirty="0">
                <a:solidFill>
                  <a:schemeClr val="accent6"/>
                </a:solidFill>
              </a:rPr>
              <a:t> </a:t>
            </a:r>
            <a:r>
              <a:rPr lang="en-US" altLang="zh-CN" sz="2000" dirty="0">
                <a:solidFill>
                  <a:schemeClr val="accent6"/>
                </a:solidFill>
              </a:rPr>
              <a:t>against</a:t>
            </a:r>
            <a:r>
              <a:rPr lang="zh-CN" altLang="en-US" sz="2000" dirty="0">
                <a:solidFill>
                  <a:schemeClr val="accent6"/>
                </a:solidFill>
              </a:rPr>
              <a:t> </a:t>
            </a:r>
            <a:r>
              <a:rPr lang="en-US" altLang="zh-CN" sz="2000" dirty="0">
                <a:solidFill>
                  <a:schemeClr val="accent6"/>
                </a:solidFill>
              </a:rPr>
              <a:t>______</a:t>
            </a:r>
          </a:p>
          <a:p>
            <a:pPr marL="914400" lvl="1" indent="-457200">
              <a:buClr>
                <a:schemeClr val="tx1"/>
              </a:buClr>
              <a:buSzPct val="100000"/>
              <a:buFont typeface="+mj-ea"/>
              <a:buAutoNum type="circleNumDbPlain"/>
            </a:pPr>
            <a:r>
              <a:rPr lang="en-US" altLang="zh-CN" sz="2000" dirty="0">
                <a:solidFill>
                  <a:schemeClr val="accent6"/>
                </a:solidFill>
              </a:rPr>
              <a:t>Gradient</a:t>
            </a:r>
            <a:r>
              <a:rPr lang="zh-CN" altLang="en-US" sz="2000" dirty="0">
                <a:solidFill>
                  <a:schemeClr val="accent6"/>
                </a:solidFill>
              </a:rPr>
              <a:t> </a:t>
            </a:r>
            <a:r>
              <a:rPr lang="en-US" altLang="zh-CN" sz="2000" dirty="0">
                <a:solidFill>
                  <a:schemeClr val="accent6"/>
                </a:solidFill>
              </a:rPr>
              <a:t>=</a:t>
            </a:r>
            <a:r>
              <a:rPr lang="zh-CN" altLang="en-US" sz="2000" dirty="0">
                <a:solidFill>
                  <a:schemeClr val="accent6"/>
                </a:solidFill>
              </a:rPr>
              <a:t> </a:t>
            </a:r>
            <a:r>
              <a:rPr lang="en-US" altLang="zh-CN" sz="2000" dirty="0">
                <a:solidFill>
                  <a:schemeClr val="accent6"/>
                </a:solidFill>
              </a:rPr>
              <a:t>________</a:t>
            </a:r>
            <a:r>
              <a:rPr lang="zh-CN" altLang="en-US" sz="2000" dirty="0">
                <a:solidFill>
                  <a:schemeClr val="accent6"/>
                </a:solidFill>
              </a:rPr>
              <a:t> </a:t>
            </a:r>
            <a:r>
              <a:rPr lang="en-US" altLang="zh-CN" sz="2000" dirty="0">
                <a:solidFill>
                  <a:schemeClr val="accent6"/>
                </a:solidFill>
              </a:rPr>
              <a:t>(sometimes</a:t>
            </a:r>
            <a:r>
              <a:rPr lang="zh-CN" altLang="en-US" sz="2000" dirty="0">
                <a:solidFill>
                  <a:schemeClr val="accent6"/>
                </a:solidFill>
              </a:rPr>
              <a:t> </a:t>
            </a:r>
            <a:r>
              <a:rPr lang="en-US" altLang="zh-CN" sz="2000" dirty="0">
                <a:solidFill>
                  <a:schemeClr val="accent6"/>
                </a:solidFill>
              </a:rPr>
              <a:t>y-intercept</a:t>
            </a:r>
            <a:r>
              <a:rPr lang="zh-CN" altLang="en-US" sz="2000" dirty="0">
                <a:solidFill>
                  <a:schemeClr val="accent6"/>
                </a:solidFill>
              </a:rPr>
              <a:t> </a:t>
            </a:r>
            <a:r>
              <a:rPr lang="en-US" altLang="zh-CN" sz="2000" dirty="0">
                <a:solidFill>
                  <a:schemeClr val="accent6"/>
                </a:solidFill>
              </a:rPr>
              <a:t>=</a:t>
            </a:r>
            <a:r>
              <a:rPr lang="zh-CN" altLang="en-US" sz="2000" dirty="0">
                <a:solidFill>
                  <a:schemeClr val="accent6"/>
                </a:solidFill>
              </a:rPr>
              <a:t> </a:t>
            </a:r>
            <a:r>
              <a:rPr lang="en-US" altLang="zh-CN" sz="2000" dirty="0">
                <a:solidFill>
                  <a:schemeClr val="accent6"/>
                </a:solidFill>
              </a:rPr>
              <a:t>________)</a:t>
            </a:r>
          </a:p>
          <a:p>
            <a:pPr marL="914400" lvl="1" indent="-457200">
              <a:buClr>
                <a:schemeClr val="tx1"/>
              </a:buClr>
              <a:buSzPct val="100000"/>
              <a:buFont typeface="+mj-ea"/>
              <a:buAutoNum type="circleNumDbPlain"/>
            </a:pPr>
            <a:r>
              <a:rPr lang="en-US" altLang="zh-CN" sz="2000" dirty="0">
                <a:solidFill>
                  <a:schemeClr val="accent6"/>
                </a:solidFill>
              </a:rPr>
              <a:t>If</a:t>
            </a:r>
            <a:r>
              <a:rPr lang="zh-CN" altLang="en-US" sz="2000" dirty="0">
                <a:solidFill>
                  <a:schemeClr val="accent6"/>
                </a:solidFill>
              </a:rPr>
              <a:t> </a:t>
            </a:r>
            <a:r>
              <a:rPr lang="en-US" altLang="zh-CN" sz="2000" dirty="0">
                <a:solidFill>
                  <a:schemeClr val="accent6"/>
                </a:solidFill>
              </a:rPr>
              <a:t>(it</a:t>
            </a:r>
            <a:r>
              <a:rPr lang="zh-CN" altLang="en-US" sz="2000" dirty="0">
                <a:solidFill>
                  <a:schemeClr val="accent6"/>
                </a:solidFill>
              </a:rPr>
              <a:t> </a:t>
            </a:r>
            <a:r>
              <a:rPr lang="en-US" altLang="zh-CN" sz="2000" dirty="0">
                <a:solidFill>
                  <a:schemeClr val="accent6"/>
                </a:solidFill>
              </a:rPr>
              <a:t>is</a:t>
            </a:r>
            <a:r>
              <a:rPr lang="zh-CN" altLang="en-US" sz="2000" dirty="0">
                <a:solidFill>
                  <a:schemeClr val="accent6"/>
                </a:solidFill>
              </a:rPr>
              <a:t> </a:t>
            </a:r>
            <a:r>
              <a:rPr lang="en-US" altLang="zh-CN" sz="2000" dirty="0">
                <a:solidFill>
                  <a:schemeClr val="accent6"/>
                </a:solidFill>
              </a:rPr>
              <a:t>a</a:t>
            </a:r>
            <a:r>
              <a:rPr lang="zh-CN" altLang="en-US" sz="2000" dirty="0">
                <a:solidFill>
                  <a:schemeClr val="accent6"/>
                </a:solidFill>
              </a:rPr>
              <a:t> </a:t>
            </a:r>
            <a:r>
              <a:rPr lang="en-US" altLang="zh-CN" sz="2000" dirty="0">
                <a:solidFill>
                  <a:schemeClr val="accent6"/>
                </a:solidFill>
              </a:rPr>
              <a:t>straight</a:t>
            </a:r>
            <a:r>
              <a:rPr lang="zh-CN" altLang="en-US" sz="2000" dirty="0">
                <a:solidFill>
                  <a:schemeClr val="accent6"/>
                </a:solidFill>
              </a:rPr>
              <a:t> </a:t>
            </a:r>
            <a:r>
              <a:rPr lang="en-US" altLang="zh-CN" sz="2000" dirty="0">
                <a:solidFill>
                  <a:schemeClr val="accent6"/>
                </a:solidFill>
              </a:rPr>
              <a:t>line</a:t>
            </a:r>
            <a:r>
              <a:rPr lang="zh-CN" altLang="en-US" sz="2000" dirty="0">
                <a:solidFill>
                  <a:schemeClr val="accent6"/>
                </a:solidFill>
              </a:rPr>
              <a:t> </a:t>
            </a:r>
            <a:r>
              <a:rPr lang="en-US" altLang="zh-CN" sz="2000" dirty="0">
                <a:solidFill>
                  <a:schemeClr val="accent6"/>
                </a:solidFill>
              </a:rPr>
              <a:t>through</a:t>
            </a:r>
            <a:r>
              <a:rPr lang="zh-CN" altLang="en-US" sz="2000" dirty="0">
                <a:solidFill>
                  <a:schemeClr val="accent6"/>
                </a:solidFill>
              </a:rPr>
              <a:t> </a:t>
            </a:r>
            <a:r>
              <a:rPr lang="en-US" altLang="zh-CN" sz="2000" dirty="0">
                <a:solidFill>
                  <a:schemeClr val="accent6"/>
                </a:solidFill>
              </a:rPr>
              <a:t>origin),</a:t>
            </a:r>
            <a:r>
              <a:rPr lang="zh-CN" altLang="en-US" sz="2000" dirty="0">
                <a:solidFill>
                  <a:schemeClr val="accent6"/>
                </a:solidFill>
              </a:rPr>
              <a:t> </a:t>
            </a:r>
            <a:r>
              <a:rPr lang="en-US" altLang="zh-CN" sz="2000" dirty="0">
                <a:solidFill>
                  <a:schemeClr val="accent6"/>
                </a:solidFill>
              </a:rPr>
              <a:t>then</a:t>
            </a:r>
            <a:r>
              <a:rPr lang="zh-CN" altLang="en-US" sz="2000" dirty="0">
                <a:solidFill>
                  <a:schemeClr val="accent6"/>
                </a:solidFill>
              </a:rPr>
              <a:t> </a:t>
            </a:r>
            <a:r>
              <a:rPr lang="en-US" altLang="zh-CN" sz="2000" dirty="0">
                <a:solidFill>
                  <a:schemeClr val="accent6"/>
                </a:solidFill>
              </a:rPr>
              <a:t>relationship</a:t>
            </a:r>
            <a:r>
              <a:rPr lang="zh-CN" altLang="en-US" sz="2000" dirty="0">
                <a:solidFill>
                  <a:schemeClr val="accent6"/>
                </a:solidFill>
              </a:rPr>
              <a:t> </a:t>
            </a:r>
            <a:r>
              <a:rPr lang="en-US" altLang="zh-CN" sz="2000" dirty="0">
                <a:solidFill>
                  <a:schemeClr val="accent6"/>
                </a:solidFill>
              </a:rPr>
              <a:t>is</a:t>
            </a:r>
            <a:r>
              <a:rPr lang="zh-CN" altLang="en-US" sz="2000" dirty="0">
                <a:solidFill>
                  <a:schemeClr val="accent6"/>
                </a:solidFill>
              </a:rPr>
              <a:t> </a:t>
            </a:r>
            <a:r>
              <a:rPr lang="en-US" altLang="zh-CN" sz="2000" dirty="0">
                <a:solidFill>
                  <a:schemeClr val="accent6"/>
                </a:solidFill>
              </a:rPr>
              <a:t>valid </a:t>
            </a:r>
            <a:br>
              <a:rPr lang="en-US" altLang="zh-CN" sz="2000" dirty="0">
                <a:solidFill>
                  <a:schemeClr val="accent6"/>
                </a:solidFill>
              </a:rPr>
            </a:br>
            <a:endParaRPr lang="en-US" altLang="zh-CN" sz="2000" dirty="0">
              <a:solidFill>
                <a:schemeClr val="accent6"/>
              </a:solidFill>
            </a:endParaRPr>
          </a:p>
          <a:p>
            <a:endParaRPr lang="en-US" altLang="zh-CN" dirty="0">
              <a:solidFill>
                <a:schemeClr val="accent6"/>
              </a:solidFill>
            </a:endParaRPr>
          </a:p>
          <a:p>
            <a:endParaRPr lang="en-US" altLang="zh-CN" sz="2400" dirty="0">
              <a:solidFill>
                <a:schemeClr val="accent6"/>
              </a:solidFill>
            </a:endParaRPr>
          </a:p>
          <a:p>
            <a:endParaRPr lang="en-US" altLang="zh-CN" sz="2400" dirty="0">
              <a:solidFill>
                <a:schemeClr val="accent6"/>
              </a:solidFill>
            </a:endParaRPr>
          </a:p>
          <a:p>
            <a:endParaRPr lang="en-US" altLang="zh-CN" sz="2000" dirty="0">
              <a:solidFill>
                <a:schemeClr val="accent6"/>
              </a:solidFill>
            </a:endParaRPr>
          </a:p>
        </p:txBody>
      </p:sp>
      <p:sp>
        <p:nvSpPr>
          <p:cNvPr id="559106" name="Rectangle 2"/>
          <p:cNvSpPr>
            <a:spLocks noGrp="1" noChangeArrowheads="1"/>
          </p:cNvSpPr>
          <p:nvPr>
            <p:ph type="title"/>
          </p:nvPr>
        </p:nvSpPr>
        <p:spPr>
          <a:xfrm>
            <a:off x="0" y="0"/>
            <a:ext cx="9436100" cy="625517"/>
          </a:xfrm>
        </p:spPr>
        <p:txBody>
          <a:bodyPr/>
          <a:lstStyle/>
          <a:p>
            <a:pPr algn="l"/>
            <a:r>
              <a:rPr lang="en-US" altLang="zh-CN" dirty="0" smtClean="0">
                <a:solidFill>
                  <a:schemeClr val="accent6"/>
                </a:solidFill>
                <a:ea typeface="宋体" charset="-122"/>
              </a:rPr>
              <a:t>General</a:t>
            </a:r>
            <a:r>
              <a:rPr lang="zh-CN" altLang="en-US" dirty="0" smtClean="0">
                <a:solidFill>
                  <a:schemeClr val="accent6"/>
                </a:solidFill>
                <a:ea typeface="宋体" charset="-122"/>
              </a:rPr>
              <a:t> </a:t>
            </a:r>
            <a:r>
              <a:rPr lang="en-US" altLang="zh-CN" dirty="0" smtClean="0">
                <a:solidFill>
                  <a:schemeClr val="accent6"/>
                </a:solidFill>
                <a:ea typeface="宋体" charset="-122"/>
              </a:rPr>
              <a:t>Template</a:t>
            </a:r>
            <a:endParaRPr lang="en-US" altLang="zh-CN" dirty="0">
              <a:solidFill>
                <a:schemeClr val="accent6"/>
              </a:solidFill>
              <a:ea typeface="宋体" charset="-122"/>
            </a:endParaRPr>
          </a:p>
        </p:txBody>
      </p:sp>
      <p:graphicFrame>
        <p:nvGraphicFramePr>
          <p:cNvPr id="55910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34182"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 name="文本框 1"/>
          <p:cNvSpPr txBox="1"/>
          <p:nvPr/>
        </p:nvSpPr>
        <p:spPr>
          <a:xfrm>
            <a:off x="3657664" y="2514624"/>
            <a:ext cx="6429965" cy="369332"/>
          </a:xfrm>
          <a:prstGeom prst="rect">
            <a:avLst/>
          </a:prstGeom>
          <a:noFill/>
        </p:spPr>
        <p:txBody>
          <a:bodyPr wrap="none" rtlCol="0">
            <a:spAutoFit/>
          </a:bodyPr>
          <a:lstStyle/>
          <a:p>
            <a:r>
              <a:rPr kumimoji="1" lang="en-US" altLang="zh-CN" dirty="0" smtClean="0"/>
              <a:t>Hall</a:t>
            </a:r>
            <a:r>
              <a:rPr kumimoji="1" lang="zh-CN" altLang="en-US" dirty="0" smtClean="0"/>
              <a:t> </a:t>
            </a:r>
            <a:r>
              <a:rPr kumimoji="1" lang="en-US" altLang="zh-CN" dirty="0" smtClean="0"/>
              <a:t>probe,</a:t>
            </a:r>
            <a:r>
              <a:rPr kumimoji="1" lang="zh-CN" altLang="en-US" dirty="0" smtClean="0"/>
              <a:t> </a:t>
            </a:r>
            <a:r>
              <a:rPr kumimoji="1" lang="en-US" altLang="zh-CN" dirty="0" smtClean="0"/>
              <a:t>Motion</a:t>
            </a:r>
            <a:r>
              <a:rPr kumimoji="1" lang="zh-CN" altLang="en-US" dirty="0" smtClean="0"/>
              <a:t> </a:t>
            </a:r>
            <a:r>
              <a:rPr kumimoji="1" lang="en-US" altLang="zh-CN" dirty="0" smtClean="0"/>
              <a:t>sensor/light</a:t>
            </a:r>
            <a:r>
              <a:rPr kumimoji="1" lang="zh-CN" altLang="en-US" dirty="0" smtClean="0"/>
              <a:t> </a:t>
            </a:r>
            <a:r>
              <a:rPr kumimoji="1" lang="en-US" altLang="zh-CN" dirty="0" smtClean="0"/>
              <a:t>gates,</a:t>
            </a:r>
            <a:r>
              <a:rPr kumimoji="1" lang="zh-CN" altLang="en-US" dirty="0" smtClean="0"/>
              <a:t> </a:t>
            </a:r>
            <a:r>
              <a:rPr kumimoji="1" lang="en-US" altLang="zh-CN" dirty="0" smtClean="0"/>
              <a:t>pressure</a:t>
            </a:r>
            <a:r>
              <a:rPr kumimoji="1" lang="zh-CN" altLang="en-US" dirty="0" smtClean="0"/>
              <a:t> </a:t>
            </a:r>
            <a:r>
              <a:rPr kumimoji="1" lang="en-US" altLang="zh-CN" dirty="0" smtClean="0"/>
              <a:t>gauge,</a:t>
            </a:r>
            <a:r>
              <a:rPr kumimoji="1" lang="zh-CN" altLang="en-US" dirty="0" smtClean="0"/>
              <a:t> </a:t>
            </a:r>
            <a:r>
              <a:rPr kumimoji="1" lang="en-US" altLang="zh-CN" dirty="0" smtClean="0"/>
              <a:t>C.R.O</a:t>
            </a:r>
            <a:endParaRPr kumimoji="1" lang="zh-CN" altLang="en-US" dirty="0"/>
          </a:p>
        </p:txBody>
      </p:sp>
    </p:spTree>
    <p:extLst>
      <p:ext uri="{BB962C8B-B14F-4D97-AF65-F5344CB8AC3E}">
        <p14:creationId xmlns:p14="http://schemas.microsoft.com/office/powerpoint/2010/main" val="5035267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59142" name="Rectangle 38"/>
              <p:cNvSpPr>
                <a:spLocks noChangeArrowheads="1"/>
              </p:cNvSpPr>
              <p:nvPr/>
            </p:nvSpPr>
            <p:spPr bwMode="auto">
              <a:xfrm>
                <a:off x="-31205" y="571575"/>
                <a:ext cx="10820276" cy="571485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rgbClr val="9999FF"/>
                  </a:buClr>
                  <a:buSzPct val="80000"/>
                  <a:buFont typeface="Wingdings" charset="2"/>
                  <a:buChar char="q"/>
                  <a:defRPr sz="2800">
                    <a:solidFill>
                      <a:schemeClr val="bg2"/>
                    </a:solidFill>
                    <a:latin typeface="Tahoma" charset="0"/>
                  </a:defRPr>
                </a:lvl1pPr>
                <a:lvl2pPr marL="742950" indent="-285750" algn="l">
                  <a:spcBef>
                    <a:spcPct val="20000"/>
                  </a:spcBef>
                  <a:buClr>
                    <a:srgbClr val="9999FF"/>
                  </a:buClr>
                  <a:buSzPct val="65000"/>
                  <a:buFont typeface="Wingdings" charset="2"/>
                  <a:buChar char="n"/>
                  <a:defRPr sz="2400">
                    <a:solidFill>
                      <a:schemeClr val="bg2"/>
                    </a:solidFill>
                    <a:latin typeface="Tahoma" charset="0"/>
                  </a:defRPr>
                </a:lvl2pPr>
                <a:lvl3pPr marL="1143000" indent="-228600" algn="l">
                  <a:spcBef>
                    <a:spcPct val="20000"/>
                  </a:spcBef>
                  <a:buClr>
                    <a:srgbClr val="9999FF"/>
                  </a:buClr>
                  <a:buSzPct val="65000"/>
                  <a:buFont typeface="Wingdings" charset="2"/>
                  <a:buChar char="n"/>
                  <a:defRPr sz="2000">
                    <a:solidFill>
                      <a:schemeClr val="bg2"/>
                    </a:solidFill>
                    <a:latin typeface="Tahoma" charset="0"/>
                  </a:defRPr>
                </a:lvl3pPr>
                <a:lvl4pPr marL="1600200" indent="-228600" algn="l">
                  <a:spcBef>
                    <a:spcPct val="20000"/>
                  </a:spcBef>
                  <a:buClr>
                    <a:srgbClr val="9999FF"/>
                  </a:buClr>
                  <a:buSzPct val="65000"/>
                  <a:buFont typeface="Wingdings" charset="2"/>
                  <a:buChar char="n"/>
                  <a:defRPr>
                    <a:solidFill>
                      <a:schemeClr val="bg2"/>
                    </a:solidFill>
                    <a:latin typeface="Tahoma" charset="0"/>
                  </a:defRPr>
                </a:lvl4pPr>
                <a:lvl5pPr marL="2057400" indent="-228600" algn="l">
                  <a:spcBef>
                    <a:spcPct val="20000"/>
                  </a:spcBef>
                  <a:buClr>
                    <a:srgbClr val="9999FF"/>
                  </a:buClr>
                  <a:buSzPct val="65000"/>
                  <a:buFont typeface="Wingdings" charset="2"/>
                  <a:buChar char="n"/>
                  <a:defRPr>
                    <a:solidFill>
                      <a:schemeClr val="bg2"/>
                    </a:solidFill>
                    <a:latin typeface="Tahoma" charset="0"/>
                  </a:defRPr>
                </a:lvl5pPr>
                <a:lvl6pPr marL="25146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6pPr>
                <a:lvl7pPr marL="29718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7pPr>
                <a:lvl8pPr marL="34290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8pPr>
                <a:lvl9pPr marL="38862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9pPr>
              </a:lstStyle>
              <a:p>
                <a:r>
                  <a:rPr lang="en-US" altLang="zh-CN" sz="2400" dirty="0" smtClean="0">
                    <a:solidFill>
                      <a:schemeClr val="accent6"/>
                    </a:solidFill>
                  </a:rPr>
                  <a:t>Safety</a:t>
                </a:r>
                <a:r>
                  <a:rPr lang="zh-CN" altLang="en-US" sz="2400" dirty="0" smtClean="0">
                    <a:solidFill>
                      <a:schemeClr val="accent6"/>
                    </a:solidFill>
                  </a:rPr>
                  <a:t> </a:t>
                </a:r>
                <a:r>
                  <a:rPr lang="en-US" altLang="zh-CN" sz="2400" dirty="0" smtClean="0">
                    <a:solidFill>
                      <a:schemeClr val="accent6"/>
                    </a:solidFill>
                  </a:rPr>
                  <a:t>precautions</a:t>
                </a:r>
              </a:p>
              <a:p>
                <a:pPr lvl="1">
                  <a:buClr>
                    <a:schemeClr val="tx1"/>
                  </a:buClr>
                  <a:buSzPct val="100000"/>
                </a:pPr>
                <a:r>
                  <a:rPr lang="en-US" altLang="zh-CN" sz="2000" dirty="0" smtClean="0">
                    <a:solidFill>
                      <a:schemeClr val="accent6"/>
                    </a:solidFill>
                  </a:rPr>
                  <a:t>Protection</a:t>
                </a:r>
                <a:r>
                  <a:rPr lang="zh-CN" altLang="en-US" sz="2000" dirty="0" smtClean="0">
                    <a:solidFill>
                      <a:schemeClr val="accent6"/>
                    </a:solidFill>
                  </a:rPr>
                  <a:t> </a:t>
                </a:r>
                <a:r>
                  <a:rPr lang="en-US" altLang="zh-CN" sz="2000" dirty="0" smtClean="0">
                    <a:solidFill>
                      <a:schemeClr val="accent6"/>
                    </a:solidFill>
                  </a:rPr>
                  <a:t>Goggle</a:t>
                </a:r>
                <a:r>
                  <a:rPr lang="zh-CN" altLang="en-US" sz="2000" dirty="0" smtClean="0">
                    <a:solidFill>
                      <a:schemeClr val="accent6"/>
                    </a:solidFill>
                  </a:rPr>
                  <a:t> </a:t>
                </a:r>
                <a:r>
                  <a:rPr lang="en-US" altLang="zh-CN" sz="2000" dirty="0" smtClean="0">
                    <a:solidFill>
                      <a:schemeClr val="accent6"/>
                    </a:solidFill>
                  </a:rPr>
                  <a:t>to</a:t>
                </a:r>
                <a:r>
                  <a:rPr lang="zh-CN" altLang="en-US" sz="2000" dirty="0" smtClean="0">
                    <a:solidFill>
                      <a:schemeClr val="accent6"/>
                    </a:solidFill>
                  </a:rPr>
                  <a:t> </a:t>
                </a:r>
                <a:r>
                  <a:rPr lang="en-US" altLang="zh-CN" sz="2000" dirty="0" smtClean="0">
                    <a:solidFill>
                      <a:schemeClr val="accent6"/>
                    </a:solidFill>
                  </a:rPr>
                  <a:t>protect</a:t>
                </a:r>
                <a:r>
                  <a:rPr lang="zh-CN" altLang="en-US" sz="2000" dirty="0" smtClean="0">
                    <a:solidFill>
                      <a:schemeClr val="accent6"/>
                    </a:solidFill>
                  </a:rPr>
                  <a:t> </a:t>
                </a:r>
                <a:r>
                  <a:rPr lang="en-US" altLang="zh-CN" sz="2000" dirty="0" smtClean="0">
                    <a:solidFill>
                      <a:schemeClr val="accent6"/>
                    </a:solidFill>
                  </a:rPr>
                  <a:t>eyes</a:t>
                </a:r>
                <a:r>
                  <a:rPr lang="zh-CN" altLang="en-US" sz="2000" dirty="0" smtClean="0">
                    <a:solidFill>
                      <a:schemeClr val="accent6"/>
                    </a:solidFill>
                  </a:rPr>
                  <a:t> </a:t>
                </a:r>
                <a:r>
                  <a:rPr lang="en-US" altLang="zh-CN" sz="2000" dirty="0" smtClean="0">
                    <a:solidFill>
                      <a:schemeClr val="accent6"/>
                    </a:solidFill>
                  </a:rPr>
                  <a:t>(from</a:t>
                </a:r>
                <a:r>
                  <a:rPr lang="zh-CN" altLang="en-US" sz="2000" dirty="0" smtClean="0">
                    <a:solidFill>
                      <a:schemeClr val="accent6"/>
                    </a:solidFill>
                  </a:rPr>
                  <a:t> </a:t>
                </a:r>
                <a:r>
                  <a:rPr lang="en-US" altLang="zh-CN" sz="2000" dirty="0" smtClean="0">
                    <a:solidFill>
                      <a:schemeClr val="accent6"/>
                    </a:solidFill>
                  </a:rPr>
                  <a:t>splashing</a:t>
                </a:r>
                <a:r>
                  <a:rPr lang="zh-CN" altLang="en-US" sz="2000" dirty="0" smtClean="0">
                    <a:solidFill>
                      <a:schemeClr val="accent6"/>
                    </a:solidFill>
                  </a:rPr>
                  <a:t> </a:t>
                </a:r>
                <a:r>
                  <a:rPr lang="en-US" altLang="zh-CN" sz="2000" dirty="0" smtClean="0">
                    <a:solidFill>
                      <a:schemeClr val="accent6"/>
                    </a:solidFill>
                  </a:rPr>
                  <a:t>water/sand</a:t>
                </a:r>
                <a:r>
                  <a:rPr lang="zh-CN" altLang="en-US" sz="2000" dirty="0" smtClean="0">
                    <a:solidFill>
                      <a:schemeClr val="accent6"/>
                    </a:solidFill>
                  </a:rPr>
                  <a:t> </a:t>
                </a:r>
                <a:r>
                  <a:rPr lang="en-US" altLang="zh-CN" sz="2000" dirty="0" smtClean="0">
                    <a:solidFill>
                      <a:schemeClr val="accent6"/>
                    </a:solidFill>
                  </a:rPr>
                  <a:t>or</a:t>
                </a:r>
                <a:r>
                  <a:rPr lang="zh-CN" altLang="en-US" sz="2000" dirty="0" smtClean="0">
                    <a:solidFill>
                      <a:schemeClr val="accent6"/>
                    </a:solidFill>
                  </a:rPr>
                  <a:t> </a:t>
                </a:r>
                <a:r>
                  <a:rPr lang="en-US" altLang="zh-CN" sz="2000" dirty="0" smtClean="0">
                    <a:solidFill>
                      <a:schemeClr val="accent6"/>
                    </a:solidFill>
                  </a:rPr>
                  <a:t>so)</a:t>
                </a:r>
                <a:endParaRPr lang="en-US" altLang="zh-CN" sz="2000" dirty="0">
                  <a:solidFill>
                    <a:schemeClr val="accent6"/>
                  </a:solidFill>
                </a:endParaRPr>
              </a:p>
              <a:p>
                <a:pPr lvl="1">
                  <a:buClr>
                    <a:schemeClr val="tx1"/>
                  </a:buClr>
                  <a:buSzPct val="100000"/>
                </a:pPr>
                <a:r>
                  <a:rPr lang="en-US" altLang="zh-CN" sz="2000" dirty="0" smtClean="0">
                    <a:solidFill>
                      <a:schemeClr val="accent6"/>
                    </a:solidFill>
                  </a:rPr>
                  <a:t>Insulation</a:t>
                </a:r>
                <a:r>
                  <a:rPr lang="zh-CN" altLang="en-US" sz="2000" dirty="0" smtClean="0">
                    <a:solidFill>
                      <a:schemeClr val="accent6"/>
                    </a:solidFill>
                  </a:rPr>
                  <a:t> </a:t>
                </a:r>
                <a:r>
                  <a:rPr lang="en-US" altLang="zh-CN" sz="2000" dirty="0" smtClean="0">
                    <a:solidFill>
                      <a:schemeClr val="accent6"/>
                    </a:solidFill>
                  </a:rPr>
                  <a:t>gloves</a:t>
                </a:r>
                <a:r>
                  <a:rPr lang="zh-CN" altLang="en-US" sz="2000" dirty="0" smtClean="0">
                    <a:solidFill>
                      <a:schemeClr val="accent6"/>
                    </a:solidFill>
                  </a:rPr>
                  <a:t> </a:t>
                </a:r>
                <a:r>
                  <a:rPr lang="en-US" altLang="zh-CN" sz="2000" dirty="0" smtClean="0">
                    <a:solidFill>
                      <a:schemeClr val="accent6"/>
                    </a:solidFill>
                  </a:rPr>
                  <a:t>(heated</a:t>
                </a:r>
                <a:r>
                  <a:rPr lang="zh-CN" altLang="en-US" sz="2000" dirty="0" smtClean="0">
                    <a:solidFill>
                      <a:schemeClr val="accent6"/>
                    </a:solidFill>
                  </a:rPr>
                  <a:t> </a:t>
                </a:r>
                <a:r>
                  <a:rPr lang="en-US" altLang="zh-CN" sz="2000" dirty="0" smtClean="0">
                    <a:solidFill>
                      <a:schemeClr val="accent6"/>
                    </a:solidFill>
                  </a:rPr>
                  <a:t>objects,</a:t>
                </a:r>
                <a:r>
                  <a:rPr lang="zh-CN" altLang="en-US" sz="2000" dirty="0" smtClean="0">
                    <a:solidFill>
                      <a:schemeClr val="accent6"/>
                    </a:solidFill>
                  </a:rPr>
                  <a:t> </a:t>
                </a:r>
                <a:r>
                  <a:rPr lang="en-US" altLang="zh-CN" sz="2000" dirty="0" smtClean="0">
                    <a:solidFill>
                      <a:schemeClr val="accent6"/>
                    </a:solidFill>
                  </a:rPr>
                  <a:t>sharp</a:t>
                </a:r>
                <a:r>
                  <a:rPr lang="zh-CN" altLang="en-US" sz="2000" dirty="0" smtClean="0">
                    <a:solidFill>
                      <a:schemeClr val="accent6"/>
                    </a:solidFill>
                  </a:rPr>
                  <a:t> </a:t>
                </a:r>
                <a:r>
                  <a:rPr lang="en-US" altLang="zh-CN" sz="2000" dirty="0" smtClean="0">
                    <a:solidFill>
                      <a:schemeClr val="accent6"/>
                    </a:solidFill>
                  </a:rPr>
                  <a:t>objects</a:t>
                </a:r>
                <a:r>
                  <a:rPr lang="mr-IN" altLang="zh-CN" sz="2000" dirty="0" smtClean="0">
                    <a:solidFill>
                      <a:schemeClr val="accent6"/>
                    </a:solidFill>
                  </a:rPr>
                  <a:t>…</a:t>
                </a:r>
                <a:r>
                  <a:rPr lang="en-US" altLang="zh-CN" sz="2000" dirty="0" smtClean="0">
                    <a:solidFill>
                      <a:schemeClr val="accent6"/>
                    </a:solidFill>
                  </a:rPr>
                  <a:t>)</a:t>
                </a:r>
              </a:p>
              <a:p>
                <a:pPr lvl="1">
                  <a:buClr>
                    <a:schemeClr val="tx1"/>
                  </a:buClr>
                  <a:buSzPct val="100000"/>
                </a:pPr>
                <a:r>
                  <a:rPr lang="en-US" altLang="zh-CN" sz="2000" dirty="0" smtClean="0">
                    <a:solidFill>
                      <a:schemeClr val="accent6"/>
                    </a:solidFill>
                  </a:rPr>
                  <a:t>Cushion/</a:t>
                </a:r>
                <a:r>
                  <a:rPr lang="zh-CN" altLang="en-US" sz="2000" dirty="0" smtClean="0">
                    <a:solidFill>
                      <a:schemeClr val="accent6"/>
                    </a:solidFill>
                  </a:rPr>
                  <a:t> </a:t>
                </a:r>
                <a:r>
                  <a:rPr lang="en-US" altLang="zh-CN" sz="2000" dirty="0" smtClean="0">
                    <a:solidFill>
                      <a:schemeClr val="accent6"/>
                    </a:solidFill>
                  </a:rPr>
                  <a:t>Sand-box</a:t>
                </a:r>
                <a:r>
                  <a:rPr lang="zh-CN" altLang="en-US" sz="2000" dirty="0" smtClean="0">
                    <a:solidFill>
                      <a:schemeClr val="accent6"/>
                    </a:solidFill>
                  </a:rPr>
                  <a:t> </a:t>
                </a:r>
                <a:r>
                  <a:rPr lang="en-US" altLang="zh-CN" sz="2000" dirty="0" smtClean="0">
                    <a:solidFill>
                      <a:schemeClr val="accent6"/>
                    </a:solidFill>
                  </a:rPr>
                  <a:t>(falling</a:t>
                </a:r>
                <a:r>
                  <a:rPr lang="zh-CN" altLang="en-US" sz="2000" dirty="0" smtClean="0">
                    <a:solidFill>
                      <a:schemeClr val="accent6"/>
                    </a:solidFill>
                  </a:rPr>
                  <a:t> </a:t>
                </a:r>
                <a:r>
                  <a:rPr lang="en-US" altLang="zh-CN" sz="2000" dirty="0" smtClean="0">
                    <a:solidFill>
                      <a:schemeClr val="accent6"/>
                    </a:solidFill>
                  </a:rPr>
                  <a:t>object,</a:t>
                </a:r>
                <a:r>
                  <a:rPr lang="zh-CN" altLang="en-US" sz="2000" dirty="0" smtClean="0">
                    <a:solidFill>
                      <a:schemeClr val="accent6"/>
                    </a:solidFill>
                  </a:rPr>
                  <a:t> </a:t>
                </a:r>
                <a:r>
                  <a:rPr lang="en-US" altLang="zh-CN" sz="2000" dirty="0" smtClean="0">
                    <a:solidFill>
                      <a:schemeClr val="accent6"/>
                    </a:solidFill>
                  </a:rPr>
                  <a:t>heavy</a:t>
                </a:r>
                <a:r>
                  <a:rPr lang="zh-CN" altLang="en-US" sz="2000" dirty="0" smtClean="0">
                    <a:solidFill>
                      <a:schemeClr val="accent6"/>
                    </a:solidFill>
                  </a:rPr>
                  <a:t> </a:t>
                </a:r>
                <a:r>
                  <a:rPr lang="en-US" altLang="zh-CN" sz="2000" dirty="0" smtClean="0">
                    <a:solidFill>
                      <a:schemeClr val="accent6"/>
                    </a:solidFill>
                  </a:rPr>
                  <a:t>object)</a:t>
                </a:r>
                <a:endParaRPr lang="en-US" altLang="zh-CN" sz="2000" dirty="0">
                  <a:solidFill>
                    <a:schemeClr val="accent6"/>
                  </a:solidFill>
                </a:endParaRPr>
              </a:p>
              <a:p>
                <a:pPr lvl="1">
                  <a:buClr>
                    <a:schemeClr val="tx1"/>
                  </a:buClr>
                  <a:buSzPct val="100000"/>
                </a:pPr>
                <a:r>
                  <a:rPr lang="en-US" altLang="zh-CN" sz="2000" dirty="0" smtClean="0">
                    <a:solidFill>
                      <a:schemeClr val="accent6"/>
                    </a:solidFill>
                  </a:rPr>
                  <a:t>Safety</a:t>
                </a:r>
                <a:r>
                  <a:rPr lang="zh-CN" altLang="en-US" sz="2000" dirty="0" smtClean="0">
                    <a:solidFill>
                      <a:schemeClr val="accent6"/>
                    </a:solidFill>
                  </a:rPr>
                  <a:t> </a:t>
                </a:r>
                <a:r>
                  <a:rPr lang="en-US" altLang="zh-CN" sz="2000" dirty="0" smtClean="0">
                    <a:solidFill>
                      <a:schemeClr val="accent6"/>
                    </a:solidFill>
                  </a:rPr>
                  <a:t>screen</a:t>
                </a:r>
                <a:r>
                  <a:rPr lang="zh-CN" altLang="en-US" sz="2000" dirty="0" smtClean="0">
                    <a:solidFill>
                      <a:schemeClr val="accent6"/>
                    </a:solidFill>
                  </a:rPr>
                  <a:t> </a:t>
                </a:r>
                <a:r>
                  <a:rPr lang="en-US" altLang="zh-CN" sz="2000" dirty="0" smtClean="0">
                    <a:solidFill>
                      <a:schemeClr val="accent6"/>
                    </a:solidFill>
                  </a:rPr>
                  <a:t>(potential</a:t>
                </a:r>
                <a:r>
                  <a:rPr lang="zh-CN" altLang="en-US" sz="2000" dirty="0" smtClean="0">
                    <a:solidFill>
                      <a:schemeClr val="accent6"/>
                    </a:solidFill>
                  </a:rPr>
                  <a:t> </a:t>
                </a:r>
                <a:r>
                  <a:rPr lang="en-US" altLang="zh-CN" sz="2000" dirty="0" smtClean="0">
                    <a:solidFill>
                      <a:schemeClr val="accent6"/>
                    </a:solidFill>
                  </a:rPr>
                  <a:t>explosion,</a:t>
                </a:r>
                <a:r>
                  <a:rPr lang="zh-CN" altLang="en-US" sz="2000" dirty="0" smtClean="0">
                    <a:solidFill>
                      <a:schemeClr val="accent6"/>
                    </a:solidFill>
                  </a:rPr>
                  <a:t> </a:t>
                </a:r>
                <a:r>
                  <a:rPr lang="en-US" altLang="zh-CN" sz="2000" dirty="0" smtClean="0">
                    <a:solidFill>
                      <a:schemeClr val="accent6"/>
                    </a:solidFill>
                  </a:rPr>
                  <a:t>splashing</a:t>
                </a:r>
                <a:r>
                  <a:rPr lang="zh-CN" altLang="en-US" sz="2000" dirty="0" smtClean="0">
                    <a:solidFill>
                      <a:schemeClr val="accent6"/>
                    </a:solidFill>
                  </a:rPr>
                  <a:t> </a:t>
                </a:r>
                <a:r>
                  <a:rPr lang="en-US" altLang="zh-CN" sz="2000" dirty="0" smtClean="0">
                    <a:solidFill>
                      <a:schemeClr val="accent6"/>
                    </a:solidFill>
                  </a:rPr>
                  <a:t>)</a:t>
                </a:r>
                <a:r>
                  <a:rPr lang="zh-CN" altLang="en-US" sz="2000" dirty="0" smtClean="0">
                    <a:solidFill>
                      <a:schemeClr val="accent6"/>
                    </a:solidFill>
                  </a:rPr>
                  <a:t> </a:t>
                </a:r>
                <a:endParaRPr lang="en-US" altLang="zh-CN" sz="2000" dirty="0" smtClean="0">
                  <a:solidFill>
                    <a:schemeClr val="accent6"/>
                  </a:solidFill>
                </a:endParaRPr>
              </a:p>
              <a:p>
                <a:r>
                  <a:rPr lang="en-US" altLang="zh-CN" sz="2400" dirty="0" smtClean="0">
                    <a:solidFill>
                      <a:schemeClr val="accent6"/>
                    </a:solidFill>
                  </a:rPr>
                  <a:t>Additional</a:t>
                </a:r>
                <a:r>
                  <a:rPr lang="zh-CN" altLang="en-US" sz="2400" dirty="0" smtClean="0">
                    <a:solidFill>
                      <a:schemeClr val="accent6"/>
                    </a:solidFill>
                  </a:rPr>
                  <a:t> </a:t>
                </a:r>
                <a:r>
                  <a:rPr lang="en-US" altLang="zh-CN" sz="2400" dirty="0" smtClean="0">
                    <a:solidFill>
                      <a:schemeClr val="accent6"/>
                    </a:solidFill>
                  </a:rPr>
                  <a:t>Details</a:t>
                </a:r>
                <a:endParaRPr lang="en-US" altLang="zh-CN" sz="2400" dirty="0">
                  <a:solidFill>
                    <a:schemeClr val="accent6"/>
                  </a:solidFill>
                </a:endParaRPr>
              </a:p>
              <a:p>
                <a:pPr marL="914400" lvl="1" indent="-457200">
                  <a:buClr>
                    <a:schemeClr val="tx1"/>
                  </a:buClr>
                  <a:buSzPct val="100000"/>
                  <a:buFont typeface="+mj-ea"/>
                  <a:buAutoNum type="circleNumDbPlain"/>
                </a:pPr>
                <a:r>
                  <a:rPr lang="en-US" altLang="zh-CN" sz="2000" dirty="0" smtClean="0">
                    <a:solidFill>
                      <a:schemeClr val="accent6"/>
                    </a:solidFill>
                  </a:rPr>
                  <a:t>Some</a:t>
                </a:r>
                <a:r>
                  <a:rPr lang="zh-CN" altLang="en-US" sz="2000" dirty="0" smtClean="0">
                    <a:solidFill>
                      <a:schemeClr val="accent6"/>
                    </a:solidFill>
                  </a:rPr>
                  <a:t> </a:t>
                </a:r>
                <a:r>
                  <a:rPr lang="en-US" altLang="zh-CN" sz="2000" dirty="0" smtClean="0">
                    <a:solidFill>
                      <a:schemeClr val="accent6"/>
                    </a:solidFill>
                  </a:rPr>
                  <a:t>equation</a:t>
                </a:r>
                <a:r>
                  <a:rPr lang="zh-CN" altLang="en-US" sz="2000" dirty="0" smtClean="0">
                    <a:solidFill>
                      <a:schemeClr val="accent6"/>
                    </a:solidFill>
                  </a:rPr>
                  <a:t> </a:t>
                </a:r>
                <a:r>
                  <a:rPr lang="en-US" altLang="zh-CN" sz="2000" dirty="0" smtClean="0">
                    <a:solidFill>
                      <a:schemeClr val="accent6"/>
                    </a:solidFill>
                  </a:rPr>
                  <a:t>for</a:t>
                </a:r>
                <a:r>
                  <a:rPr lang="zh-CN" altLang="en-US" sz="2000" dirty="0" smtClean="0">
                    <a:solidFill>
                      <a:schemeClr val="accent6"/>
                    </a:solidFill>
                  </a:rPr>
                  <a:t> </a:t>
                </a:r>
                <a:r>
                  <a:rPr lang="en-US" altLang="zh-CN" sz="2000" dirty="0" smtClean="0">
                    <a:solidFill>
                      <a:schemeClr val="accent6"/>
                    </a:solidFill>
                  </a:rPr>
                  <a:t>calculation</a:t>
                </a:r>
                <a:r>
                  <a:rPr lang="zh-CN" altLang="en-US" sz="2000" dirty="0" smtClean="0">
                    <a:solidFill>
                      <a:schemeClr val="accent6"/>
                    </a:solidFill>
                  </a:rPr>
                  <a:t> </a:t>
                </a:r>
                <a:r>
                  <a:rPr lang="en-US" altLang="zh-CN" sz="2000" dirty="0" smtClean="0">
                    <a:solidFill>
                      <a:schemeClr val="accent6"/>
                    </a:solidFill>
                  </a:rPr>
                  <a:t>(e.g.</a:t>
                </a:r>
                <a:r>
                  <a:rPr lang="zh-CN" altLang="en-US" sz="2000" dirty="0" smtClean="0">
                    <a:solidFill>
                      <a:schemeClr val="accent6"/>
                    </a:solidFill>
                  </a:rPr>
                  <a:t> </a:t>
                </a:r>
                <a14:m>
                  <m:oMath xmlns:m="http://schemas.openxmlformats.org/officeDocument/2006/math">
                    <m:r>
                      <a:rPr lang="en-US" altLang="zh-CN" sz="2000" b="0" i="1" smtClean="0">
                        <a:solidFill>
                          <a:schemeClr val="accent6"/>
                        </a:solidFill>
                        <a:latin typeface="Cambria Math" charset="0"/>
                      </a:rPr>
                      <m:t>𝑓</m:t>
                    </m:r>
                    <m:r>
                      <a:rPr lang="en-US" altLang="zh-CN" sz="2000" b="0" i="1" smtClean="0">
                        <a:solidFill>
                          <a:schemeClr val="accent6"/>
                        </a:solidFill>
                        <a:latin typeface="Cambria Math" charset="0"/>
                      </a:rPr>
                      <m:t>=</m:t>
                    </m:r>
                    <m:f>
                      <m:fPr>
                        <m:ctrlPr>
                          <a:rPr lang="en-US" altLang="zh-CN" sz="2000" b="0" i="1" smtClean="0">
                            <a:solidFill>
                              <a:schemeClr val="accent6"/>
                            </a:solidFill>
                            <a:latin typeface="Cambria Math" charset="0"/>
                          </a:rPr>
                        </m:ctrlPr>
                      </m:fPr>
                      <m:num>
                        <m:r>
                          <a:rPr lang="en-US" altLang="zh-CN" sz="2000" b="0" i="1" smtClean="0">
                            <a:solidFill>
                              <a:schemeClr val="accent6"/>
                            </a:solidFill>
                            <a:latin typeface="Cambria Math" charset="0"/>
                          </a:rPr>
                          <m:t>1</m:t>
                        </m:r>
                      </m:num>
                      <m:den>
                        <m:r>
                          <a:rPr lang="en-US" altLang="zh-CN" sz="2000" b="0" i="1" smtClean="0">
                            <a:solidFill>
                              <a:schemeClr val="accent6"/>
                            </a:solidFill>
                            <a:latin typeface="Cambria Math" charset="0"/>
                          </a:rPr>
                          <m:t>𝑇</m:t>
                        </m:r>
                      </m:den>
                    </m:f>
                    <m:r>
                      <a:rPr lang="en-US" altLang="zh-CN" sz="2000" b="0" i="1" smtClean="0">
                        <a:solidFill>
                          <a:schemeClr val="accent6"/>
                        </a:solidFill>
                        <a:latin typeface="Cambria Math" charset="0"/>
                      </a:rPr>
                      <m:t>,</m:t>
                    </m:r>
                    <m:r>
                      <a:rPr lang="zh-CN" altLang="en-US" sz="2000" b="0" i="1" smtClean="0">
                        <a:solidFill>
                          <a:schemeClr val="accent6"/>
                        </a:solidFill>
                        <a:latin typeface="Cambria Math" charset="0"/>
                      </a:rPr>
                      <m:t> </m:t>
                    </m:r>
                    <m:r>
                      <a:rPr lang="en-US" altLang="zh-CN" sz="2000" b="0" i="1" smtClean="0">
                        <a:solidFill>
                          <a:schemeClr val="accent6"/>
                        </a:solidFill>
                        <a:latin typeface="Cambria Math" charset="0"/>
                      </a:rPr>
                      <m:t>𝜌</m:t>
                    </m:r>
                    <m:r>
                      <a:rPr lang="en-US" altLang="zh-CN" sz="2000" b="0" i="1" smtClean="0">
                        <a:solidFill>
                          <a:schemeClr val="accent6"/>
                        </a:solidFill>
                        <a:latin typeface="Cambria Math" charset="0"/>
                      </a:rPr>
                      <m:t>=</m:t>
                    </m:r>
                    <m:f>
                      <m:fPr>
                        <m:ctrlPr>
                          <a:rPr lang="en-US" altLang="zh-CN" sz="2000" b="0" i="1" smtClean="0">
                            <a:solidFill>
                              <a:schemeClr val="accent6"/>
                            </a:solidFill>
                            <a:latin typeface="Cambria Math" charset="0"/>
                          </a:rPr>
                        </m:ctrlPr>
                      </m:fPr>
                      <m:num>
                        <m:r>
                          <a:rPr lang="en-US" altLang="zh-CN" sz="2000" b="0" i="1" smtClean="0">
                            <a:solidFill>
                              <a:schemeClr val="accent6"/>
                            </a:solidFill>
                            <a:latin typeface="Cambria Math" charset="0"/>
                          </a:rPr>
                          <m:t>𝑚</m:t>
                        </m:r>
                      </m:num>
                      <m:den>
                        <m:r>
                          <a:rPr lang="en-US" altLang="zh-CN" sz="2000" b="0" i="1" smtClean="0">
                            <a:solidFill>
                              <a:schemeClr val="accent6"/>
                            </a:solidFill>
                            <a:latin typeface="Cambria Math" charset="0"/>
                          </a:rPr>
                          <m:t>𝑉</m:t>
                        </m:r>
                      </m:den>
                    </m:f>
                    <m:r>
                      <a:rPr lang="en-US" altLang="zh-CN" sz="2000" b="0" i="1" smtClean="0">
                        <a:solidFill>
                          <a:schemeClr val="accent6"/>
                        </a:solidFill>
                        <a:latin typeface="Cambria Math" charset="0"/>
                      </a:rPr>
                      <m:t>,</m:t>
                    </m:r>
                    <m:r>
                      <a:rPr lang="zh-CN" altLang="en-US" sz="2000" b="0" i="1" smtClean="0">
                        <a:solidFill>
                          <a:schemeClr val="accent6"/>
                        </a:solidFill>
                        <a:latin typeface="Cambria Math" charset="0"/>
                      </a:rPr>
                      <m:t> </m:t>
                    </m:r>
                    <m:r>
                      <a:rPr lang="en-US" altLang="zh-CN" sz="2000" b="0" i="1" smtClean="0">
                        <a:solidFill>
                          <a:schemeClr val="accent6"/>
                        </a:solidFill>
                        <a:latin typeface="Cambria Math" charset="0"/>
                      </a:rPr>
                      <m:t>𝐴</m:t>
                    </m:r>
                    <m:r>
                      <a:rPr lang="en-US" altLang="zh-CN" sz="2000" b="0" i="1" smtClean="0">
                        <a:solidFill>
                          <a:schemeClr val="accent6"/>
                        </a:solidFill>
                        <a:latin typeface="Cambria Math" charset="0"/>
                      </a:rPr>
                      <m:t>=</m:t>
                    </m:r>
                    <m:f>
                      <m:fPr>
                        <m:ctrlPr>
                          <a:rPr lang="en-US" altLang="zh-CN" sz="2000" b="0" i="1" smtClean="0">
                            <a:solidFill>
                              <a:schemeClr val="accent6"/>
                            </a:solidFill>
                            <a:latin typeface="Cambria Math" charset="0"/>
                          </a:rPr>
                        </m:ctrlPr>
                      </m:fPr>
                      <m:num>
                        <m:r>
                          <a:rPr lang="en-US" altLang="zh-CN" sz="2000" b="0" i="1" smtClean="0">
                            <a:solidFill>
                              <a:schemeClr val="accent6"/>
                            </a:solidFill>
                            <a:latin typeface="Cambria Math" charset="0"/>
                          </a:rPr>
                          <m:t>𝜋</m:t>
                        </m:r>
                        <m:sSup>
                          <m:sSupPr>
                            <m:ctrlPr>
                              <a:rPr lang="en-US" altLang="zh-CN" sz="2000" b="0" i="1" smtClean="0">
                                <a:solidFill>
                                  <a:schemeClr val="accent6"/>
                                </a:solidFill>
                                <a:latin typeface="Cambria Math" charset="0"/>
                              </a:rPr>
                            </m:ctrlPr>
                          </m:sSupPr>
                          <m:e>
                            <m:r>
                              <a:rPr lang="en-US" altLang="zh-CN" sz="2000" b="0" i="1" smtClean="0">
                                <a:solidFill>
                                  <a:schemeClr val="accent6"/>
                                </a:solidFill>
                                <a:latin typeface="Cambria Math" charset="0"/>
                              </a:rPr>
                              <m:t>𝑑</m:t>
                            </m:r>
                          </m:e>
                          <m:sup>
                            <m:r>
                              <a:rPr lang="en-US" altLang="zh-CN" sz="2000" b="0" i="1" smtClean="0">
                                <a:solidFill>
                                  <a:schemeClr val="accent6"/>
                                </a:solidFill>
                                <a:latin typeface="Cambria Math" charset="0"/>
                              </a:rPr>
                              <m:t>2</m:t>
                            </m:r>
                          </m:sup>
                        </m:sSup>
                      </m:num>
                      <m:den>
                        <m:r>
                          <a:rPr lang="en-US" altLang="zh-CN" sz="2000" b="0" i="1" smtClean="0">
                            <a:solidFill>
                              <a:schemeClr val="accent6"/>
                            </a:solidFill>
                            <a:latin typeface="Cambria Math" charset="0"/>
                          </a:rPr>
                          <m:t>4</m:t>
                        </m:r>
                      </m:den>
                    </m:f>
                  </m:oMath>
                </a14:m>
                <a:r>
                  <a:rPr lang="en-US" altLang="zh-CN" sz="2000" dirty="0" smtClean="0">
                    <a:solidFill>
                      <a:schemeClr val="accent6"/>
                    </a:solidFill>
                  </a:rPr>
                  <a:t>)</a:t>
                </a:r>
              </a:p>
              <a:p>
                <a:pPr marL="914400" lvl="1" indent="-457200">
                  <a:buClr>
                    <a:schemeClr val="tx1"/>
                  </a:buClr>
                  <a:buSzPct val="100000"/>
                  <a:buFont typeface="+mj-ea"/>
                  <a:buAutoNum type="circleNumDbPlain"/>
                </a:pPr>
                <a:r>
                  <a:rPr lang="en-US" altLang="zh-CN" sz="2000" dirty="0" smtClean="0">
                    <a:solidFill>
                      <a:schemeClr val="accent6"/>
                    </a:solidFill>
                  </a:rPr>
                  <a:t>sometime</a:t>
                </a:r>
                <a:r>
                  <a:rPr lang="zh-CN" altLang="en-US" sz="2000" dirty="0" smtClean="0">
                    <a:solidFill>
                      <a:schemeClr val="accent6"/>
                    </a:solidFill>
                  </a:rPr>
                  <a:t> </a:t>
                </a:r>
                <a:r>
                  <a:rPr lang="en-US" altLang="zh-CN" sz="2000" dirty="0" smtClean="0">
                    <a:solidFill>
                      <a:schemeClr val="accent6"/>
                    </a:solidFill>
                  </a:rPr>
                  <a:t>need</a:t>
                </a:r>
                <a:r>
                  <a:rPr lang="zh-CN" altLang="en-US" sz="2000" dirty="0" smtClean="0">
                    <a:solidFill>
                      <a:schemeClr val="accent6"/>
                    </a:solidFill>
                  </a:rPr>
                  <a:t> </a:t>
                </a:r>
                <a:r>
                  <a:rPr lang="en-US" altLang="zh-CN" sz="2000" dirty="0" smtClean="0">
                    <a:solidFill>
                      <a:schemeClr val="accent6"/>
                    </a:solidFill>
                  </a:rPr>
                  <a:t>to</a:t>
                </a:r>
                <a:r>
                  <a:rPr lang="zh-CN" altLang="en-US" sz="2000" dirty="0" smtClean="0">
                    <a:solidFill>
                      <a:schemeClr val="accent6"/>
                    </a:solidFill>
                  </a:rPr>
                  <a:t> </a:t>
                </a:r>
                <a:r>
                  <a:rPr lang="en-US" altLang="zh-CN" sz="2000" dirty="0" smtClean="0">
                    <a:solidFill>
                      <a:schemeClr val="accent6"/>
                    </a:solidFill>
                  </a:rPr>
                  <a:t>take</a:t>
                </a:r>
                <a:r>
                  <a:rPr lang="zh-CN" altLang="en-US" sz="2000" dirty="0" smtClean="0">
                    <a:solidFill>
                      <a:schemeClr val="accent6"/>
                    </a:solidFill>
                  </a:rPr>
                  <a:t> </a:t>
                </a:r>
                <a:r>
                  <a:rPr lang="en-US" altLang="zh-CN" sz="2000" dirty="0" smtClean="0">
                    <a:solidFill>
                      <a:schemeClr val="accent6"/>
                    </a:solidFill>
                  </a:rPr>
                  <a:t>ln</a:t>
                </a:r>
                <a:r>
                  <a:rPr lang="zh-CN" altLang="en-US" sz="2000" dirty="0" smtClean="0">
                    <a:solidFill>
                      <a:schemeClr val="accent6"/>
                    </a:solidFill>
                  </a:rPr>
                  <a:t> </a:t>
                </a:r>
                <a:r>
                  <a:rPr lang="en-US" altLang="zh-CN" sz="2000" dirty="0" smtClean="0">
                    <a:solidFill>
                      <a:schemeClr val="accent6"/>
                    </a:solidFill>
                  </a:rPr>
                  <a:t>equation</a:t>
                </a:r>
              </a:p>
              <a:p>
                <a:pPr marL="914400" lvl="1" indent="-457200">
                  <a:buClr>
                    <a:schemeClr val="tx1"/>
                  </a:buClr>
                  <a:buSzPct val="100000"/>
                  <a:buFont typeface="+mj-ea"/>
                  <a:buAutoNum type="circleNumDbPlain"/>
                </a:pPr>
                <a:r>
                  <a:rPr lang="en-US" altLang="zh-CN" sz="2000" dirty="0" smtClean="0">
                    <a:solidFill>
                      <a:schemeClr val="accent6"/>
                    </a:solidFill>
                  </a:rPr>
                  <a:t>Repeat</a:t>
                </a:r>
                <a:r>
                  <a:rPr lang="zh-CN" altLang="en-US" sz="2000" dirty="0" smtClean="0">
                    <a:solidFill>
                      <a:schemeClr val="accent6"/>
                    </a:solidFill>
                  </a:rPr>
                  <a:t> </a:t>
                </a:r>
                <a:r>
                  <a:rPr lang="en-US" altLang="zh-CN" sz="2000" dirty="0" smtClean="0">
                    <a:solidFill>
                      <a:schemeClr val="accent6"/>
                    </a:solidFill>
                  </a:rPr>
                  <a:t>measurement</a:t>
                </a:r>
                <a:r>
                  <a:rPr lang="zh-CN" altLang="en-US" sz="2000" dirty="0" smtClean="0">
                    <a:solidFill>
                      <a:schemeClr val="accent6"/>
                    </a:solidFill>
                  </a:rPr>
                  <a:t> </a:t>
                </a:r>
                <a:r>
                  <a:rPr lang="en-US" altLang="zh-CN" sz="2000" dirty="0" smtClean="0">
                    <a:solidFill>
                      <a:schemeClr val="accent6"/>
                    </a:solidFill>
                  </a:rPr>
                  <a:t>of</a:t>
                </a:r>
                <a:r>
                  <a:rPr lang="zh-CN" altLang="en-US" sz="2000" dirty="0" smtClean="0">
                    <a:solidFill>
                      <a:schemeClr val="accent6"/>
                    </a:solidFill>
                  </a:rPr>
                  <a:t> </a:t>
                </a:r>
                <a:r>
                  <a:rPr lang="en-US" altLang="zh-CN" sz="2000" dirty="0" smtClean="0">
                    <a:solidFill>
                      <a:schemeClr val="accent6"/>
                    </a:solidFill>
                  </a:rPr>
                  <a:t>___</a:t>
                </a:r>
                <a:r>
                  <a:rPr lang="zh-CN" altLang="en-US" sz="2000" dirty="0" smtClean="0">
                    <a:solidFill>
                      <a:schemeClr val="accent6"/>
                    </a:solidFill>
                  </a:rPr>
                  <a:t> </a:t>
                </a:r>
                <a:r>
                  <a:rPr lang="en-US" altLang="zh-CN" sz="2000" dirty="0" smtClean="0">
                    <a:solidFill>
                      <a:schemeClr val="accent6"/>
                    </a:solidFill>
                  </a:rPr>
                  <a:t>while</a:t>
                </a:r>
                <a:r>
                  <a:rPr lang="zh-CN" altLang="en-US" sz="2000" dirty="0" smtClean="0">
                    <a:solidFill>
                      <a:schemeClr val="accent6"/>
                    </a:solidFill>
                  </a:rPr>
                  <a:t> </a:t>
                </a:r>
                <a:r>
                  <a:rPr lang="en-US" altLang="zh-CN" sz="2000" dirty="0" smtClean="0">
                    <a:solidFill>
                      <a:schemeClr val="accent6"/>
                    </a:solidFill>
                  </a:rPr>
                  <a:t>keeping</a:t>
                </a:r>
                <a:r>
                  <a:rPr lang="zh-CN" altLang="en-US" sz="2000" dirty="0" smtClean="0">
                    <a:solidFill>
                      <a:schemeClr val="accent6"/>
                    </a:solidFill>
                  </a:rPr>
                  <a:t> </a:t>
                </a:r>
                <a:r>
                  <a:rPr lang="en-US" altLang="zh-CN" sz="2000" dirty="0" smtClean="0">
                    <a:solidFill>
                      <a:schemeClr val="accent6"/>
                    </a:solidFill>
                  </a:rPr>
                  <a:t>_____</a:t>
                </a:r>
                <a:r>
                  <a:rPr lang="zh-CN" altLang="en-US" sz="2000" dirty="0" smtClean="0">
                    <a:solidFill>
                      <a:schemeClr val="accent6"/>
                    </a:solidFill>
                  </a:rPr>
                  <a:t> </a:t>
                </a:r>
                <a:r>
                  <a:rPr lang="en-US" altLang="zh-CN" sz="2000" dirty="0" smtClean="0">
                    <a:solidFill>
                      <a:schemeClr val="accent6"/>
                    </a:solidFill>
                  </a:rPr>
                  <a:t>and</a:t>
                </a:r>
                <a:r>
                  <a:rPr lang="zh-CN" altLang="en-US" sz="2000" dirty="0" smtClean="0">
                    <a:solidFill>
                      <a:schemeClr val="accent6"/>
                    </a:solidFill>
                  </a:rPr>
                  <a:t> </a:t>
                </a:r>
                <a:r>
                  <a:rPr lang="en-US" altLang="zh-CN" sz="2000" dirty="0" smtClean="0">
                    <a:solidFill>
                      <a:schemeClr val="accent6"/>
                    </a:solidFill>
                  </a:rPr>
                  <a:t>____</a:t>
                </a:r>
                <a:r>
                  <a:rPr lang="zh-CN" altLang="en-US" sz="2000" dirty="0" smtClean="0">
                    <a:solidFill>
                      <a:schemeClr val="accent6"/>
                    </a:solidFill>
                  </a:rPr>
                  <a:t> </a:t>
                </a:r>
                <a:r>
                  <a:rPr lang="en-US" altLang="zh-CN" sz="2000" dirty="0" smtClean="0">
                    <a:solidFill>
                      <a:schemeClr val="accent6"/>
                    </a:solidFill>
                  </a:rPr>
                  <a:t>constant</a:t>
                </a:r>
              </a:p>
              <a:p>
                <a:pPr marL="914400" lvl="1" indent="-457200">
                  <a:buClr>
                    <a:schemeClr val="tx1"/>
                  </a:buClr>
                  <a:buSzPct val="100000"/>
                  <a:buFont typeface="+mj-ea"/>
                  <a:buAutoNum type="circleNumDbPlain"/>
                </a:pPr>
                <a:r>
                  <a:rPr lang="en-US" altLang="zh-CN" sz="2000" dirty="0" smtClean="0">
                    <a:solidFill>
                      <a:schemeClr val="accent6"/>
                    </a:solidFill>
                  </a:rPr>
                  <a:t>Wait</a:t>
                </a:r>
                <a:r>
                  <a:rPr lang="zh-CN" altLang="en-US" sz="2000" dirty="0" smtClean="0">
                    <a:solidFill>
                      <a:schemeClr val="accent6"/>
                    </a:solidFill>
                  </a:rPr>
                  <a:t> </a:t>
                </a:r>
                <a:r>
                  <a:rPr lang="en-US" altLang="zh-CN" sz="2000" dirty="0" smtClean="0">
                    <a:solidFill>
                      <a:schemeClr val="accent6"/>
                    </a:solidFill>
                  </a:rPr>
                  <a:t>until</a:t>
                </a:r>
                <a:r>
                  <a:rPr lang="zh-CN" altLang="en-US" sz="2000" dirty="0" smtClean="0">
                    <a:solidFill>
                      <a:schemeClr val="accent6"/>
                    </a:solidFill>
                  </a:rPr>
                  <a:t> </a:t>
                </a:r>
                <a:r>
                  <a:rPr lang="en-US" altLang="zh-CN" sz="2000" dirty="0" smtClean="0">
                    <a:solidFill>
                      <a:schemeClr val="accent6"/>
                    </a:solidFill>
                  </a:rPr>
                  <a:t>equilibrium</a:t>
                </a:r>
                <a:r>
                  <a:rPr lang="zh-CN" altLang="en-US" sz="2000" dirty="0">
                    <a:solidFill>
                      <a:schemeClr val="accent6"/>
                    </a:solidFill>
                  </a:rPr>
                  <a:t> </a:t>
                </a:r>
                <a:r>
                  <a:rPr lang="en-US" altLang="zh-CN" sz="2000" dirty="0" smtClean="0">
                    <a:solidFill>
                      <a:schemeClr val="accent6"/>
                    </a:solidFill>
                  </a:rPr>
                  <a:t>then</a:t>
                </a:r>
                <a:r>
                  <a:rPr lang="zh-CN" altLang="en-US" sz="2000" dirty="0" smtClean="0">
                    <a:solidFill>
                      <a:schemeClr val="accent6"/>
                    </a:solidFill>
                  </a:rPr>
                  <a:t> </a:t>
                </a:r>
                <a:r>
                  <a:rPr lang="en-US" altLang="zh-CN" sz="2000" dirty="0" smtClean="0">
                    <a:solidFill>
                      <a:schemeClr val="accent6"/>
                    </a:solidFill>
                  </a:rPr>
                  <a:t>take</a:t>
                </a:r>
                <a:r>
                  <a:rPr lang="zh-CN" altLang="en-US" sz="2000" dirty="0" smtClean="0">
                    <a:solidFill>
                      <a:schemeClr val="accent6"/>
                    </a:solidFill>
                  </a:rPr>
                  <a:t> </a:t>
                </a:r>
                <a:r>
                  <a:rPr lang="en-US" altLang="zh-CN" sz="2000" dirty="0" smtClean="0">
                    <a:solidFill>
                      <a:schemeClr val="accent6"/>
                    </a:solidFill>
                  </a:rPr>
                  <a:t>measurement</a:t>
                </a:r>
                <a:r>
                  <a:rPr lang="zh-CN" altLang="en-US" sz="2000" dirty="0" smtClean="0">
                    <a:solidFill>
                      <a:schemeClr val="accent6"/>
                    </a:solidFill>
                  </a:rPr>
                  <a:t> </a:t>
                </a:r>
                <a:r>
                  <a:rPr lang="en-US" altLang="zh-CN" sz="2000" dirty="0" smtClean="0">
                    <a:solidFill>
                      <a:schemeClr val="accent6"/>
                    </a:solidFill>
                  </a:rPr>
                  <a:t>(for</a:t>
                </a:r>
                <a:r>
                  <a:rPr lang="zh-CN" altLang="en-US" sz="2000" dirty="0" smtClean="0">
                    <a:solidFill>
                      <a:schemeClr val="accent6"/>
                    </a:solidFill>
                  </a:rPr>
                  <a:t> </a:t>
                </a:r>
                <a:r>
                  <a:rPr lang="en-US" altLang="zh-CN" sz="2000" dirty="0" smtClean="0">
                    <a:solidFill>
                      <a:schemeClr val="accent6"/>
                    </a:solidFill>
                  </a:rPr>
                  <a:t>those</a:t>
                </a:r>
                <a:r>
                  <a:rPr lang="zh-CN" altLang="en-US" sz="2000" dirty="0" smtClean="0">
                    <a:solidFill>
                      <a:schemeClr val="accent6"/>
                    </a:solidFill>
                  </a:rPr>
                  <a:t> </a:t>
                </a:r>
                <a:r>
                  <a:rPr lang="en-US" altLang="zh-CN" sz="2000" dirty="0" smtClean="0">
                    <a:solidFill>
                      <a:schemeClr val="accent6"/>
                    </a:solidFill>
                  </a:rPr>
                  <a:t>variables</a:t>
                </a:r>
                <a:r>
                  <a:rPr lang="zh-CN" altLang="en-US" sz="2000" dirty="0">
                    <a:solidFill>
                      <a:schemeClr val="accent6"/>
                    </a:solidFill>
                  </a:rPr>
                  <a:t> </a:t>
                </a:r>
                <a:r>
                  <a:rPr lang="en-US" altLang="zh-CN" sz="2000" dirty="0" smtClean="0">
                    <a:solidFill>
                      <a:schemeClr val="accent6"/>
                    </a:solidFill>
                  </a:rPr>
                  <a:t>)</a:t>
                </a:r>
              </a:p>
              <a:p>
                <a:pPr marL="914400" lvl="1" indent="-457200">
                  <a:buClr>
                    <a:schemeClr val="tx1"/>
                  </a:buClr>
                  <a:buSzPct val="100000"/>
                  <a:buFont typeface="+mj-ea"/>
                  <a:buAutoNum type="circleNumDbPlain"/>
                </a:pPr>
                <a:r>
                  <a:rPr lang="en-US" altLang="zh-CN" sz="2000" dirty="0" smtClean="0">
                    <a:solidFill>
                      <a:schemeClr val="accent6"/>
                    </a:solidFill>
                  </a:rPr>
                  <a:t>Use</a:t>
                </a:r>
                <a:r>
                  <a:rPr lang="zh-CN" altLang="en-US" sz="2000" dirty="0" smtClean="0">
                    <a:solidFill>
                      <a:schemeClr val="accent6"/>
                    </a:solidFill>
                  </a:rPr>
                  <a:t> </a:t>
                </a:r>
                <a:r>
                  <a:rPr lang="en-US" altLang="zh-CN" sz="2000" dirty="0" smtClean="0">
                    <a:solidFill>
                      <a:schemeClr val="accent6"/>
                    </a:solidFill>
                  </a:rPr>
                  <a:t>independent</a:t>
                </a:r>
                <a:r>
                  <a:rPr lang="zh-CN" altLang="en-US" sz="2000" dirty="0" smtClean="0">
                    <a:solidFill>
                      <a:schemeClr val="accent6"/>
                    </a:solidFill>
                  </a:rPr>
                  <a:t> </a:t>
                </a:r>
                <a:r>
                  <a:rPr lang="en-US" altLang="zh-CN" sz="2000" dirty="0" smtClean="0">
                    <a:solidFill>
                      <a:schemeClr val="accent6"/>
                    </a:solidFill>
                  </a:rPr>
                  <a:t>variable</a:t>
                </a:r>
                <a:r>
                  <a:rPr lang="zh-CN" altLang="en-US" sz="2000" dirty="0" smtClean="0">
                    <a:solidFill>
                      <a:schemeClr val="accent6"/>
                    </a:solidFill>
                  </a:rPr>
                  <a:t> </a:t>
                </a:r>
                <a:r>
                  <a:rPr lang="en-US" altLang="zh-CN" sz="2000" dirty="0" smtClean="0">
                    <a:solidFill>
                      <a:schemeClr val="accent6"/>
                    </a:solidFill>
                  </a:rPr>
                  <a:t>with</a:t>
                </a:r>
                <a:r>
                  <a:rPr lang="zh-CN" altLang="en-US" sz="2000" dirty="0" smtClean="0">
                    <a:solidFill>
                      <a:schemeClr val="accent6"/>
                    </a:solidFill>
                  </a:rPr>
                  <a:t> </a:t>
                </a:r>
                <a:r>
                  <a:rPr lang="en-US" altLang="zh-CN" sz="2000" dirty="0" smtClean="0">
                    <a:solidFill>
                      <a:schemeClr val="accent6"/>
                    </a:solidFill>
                  </a:rPr>
                  <a:t>greater</a:t>
                </a:r>
                <a:r>
                  <a:rPr lang="zh-CN" altLang="en-US" sz="2000" dirty="0" smtClean="0">
                    <a:solidFill>
                      <a:schemeClr val="accent6"/>
                    </a:solidFill>
                  </a:rPr>
                  <a:t> </a:t>
                </a:r>
                <a:r>
                  <a:rPr lang="en-US" altLang="zh-CN" sz="2000" dirty="0" smtClean="0">
                    <a:solidFill>
                      <a:schemeClr val="accent6"/>
                    </a:solidFill>
                  </a:rPr>
                  <a:t>value</a:t>
                </a:r>
                <a:r>
                  <a:rPr lang="zh-CN" altLang="en-US" sz="2000" dirty="0" smtClean="0">
                    <a:solidFill>
                      <a:schemeClr val="accent6"/>
                    </a:solidFill>
                  </a:rPr>
                  <a:t> </a:t>
                </a:r>
                <a:r>
                  <a:rPr lang="en-US" altLang="zh-CN" sz="2000" dirty="0" smtClean="0">
                    <a:solidFill>
                      <a:schemeClr val="accent6"/>
                    </a:solidFill>
                  </a:rPr>
                  <a:t>so</a:t>
                </a:r>
                <a:r>
                  <a:rPr lang="zh-CN" altLang="en-US" sz="2000" dirty="0" smtClean="0">
                    <a:solidFill>
                      <a:schemeClr val="accent6"/>
                    </a:solidFill>
                  </a:rPr>
                  <a:t> </a:t>
                </a:r>
                <a:r>
                  <a:rPr lang="en-US" altLang="zh-CN" sz="2000" dirty="0" smtClean="0">
                    <a:solidFill>
                      <a:schemeClr val="accent6"/>
                    </a:solidFill>
                  </a:rPr>
                  <a:t>they</a:t>
                </a:r>
                <a:r>
                  <a:rPr lang="zh-CN" altLang="en-US" sz="2000" dirty="0" smtClean="0">
                    <a:solidFill>
                      <a:schemeClr val="accent6"/>
                    </a:solidFill>
                  </a:rPr>
                  <a:t> </a:t>
                </a:r>
                <a:r>
                  <a:rPr lang="en-US" altLang="zh-CN" sz="2000" dirty="0" smtClean="0">
                    <a:solidFill>
                      <a:schemeClr val="accent6"/>
                    </a:solidFill>
                  </a:rPr>
                  <a:t>can</a:t>
                </a:r>
                <a:r>
                  <a:rPr lang="zh-CN" altLang="en-US" sz="2000" dirty="0" smtClean="0">
                    <a:solidFill>
                      <a:schemeClr val="accent6"/>
                    </a:solidFill>
                  </a:rPr>
                  <a:t> </a:t>
                </a:r>
                <a:r>
                  <a:rPr lang="en-US" altLang="zh-CN" sz="2000" dirty="0" smtClean="0">
                    <a:solidFill>
                      <a:schemeClr val="accent6"/>
                    </a:solidFill>
                  </a:rPr>
                  <a:t>be</a:t>
                </a:r>
                <a:r>
                  <a:rPr lang="zh-CN" altLang="en-US" sz="2000" dirty="0" smtClean="0">
                    <a:solidFill>
                      <a:schemeClr val="accent6"/>
                    </a:solidFill>
                  </a:rPr>
                  <a:t> </a:t>
                </a:r>
                <a:r>
                  <a:rPr lang="en-US" altLang="zh-CN" sz="2000" dirty="0" smtClean="0">
                    <a:solidFill>
                      <a:schemeClr val="accent6"/>
                    </a:solidFill>
                  </a:rPr>
                  <a:t>measured</a:t>
                </a:r>
              </a:p>
              <a:p>
                <a:pPr marL="914400" lvl="1" indent="-457200">
                  <a:buClr>
                    <a:schemeClr val="tx1"/>
                  </a:buClr>
                  <a:buSzPct val="100000"/>
                  <a:buFont typeface="+mj-ea"/>
                  <a:buAutoNum type="circleNumDbPlain"/>
                </a:pPr>
                <a:r>
                  <a:rPr lang="en-US" altLang="zh-CN" sz="2000" dirty="0" smtClean="0">
                    <a:solidFill>
                      <a:schemeClr val="accent6"/>
                    </a:solidFill>
                  </a:rPr>
                  <a:t>(For</a:t>
                </a:r>
                <a:r>
                  <a:rPr lang="zh-CN" altLang="en-US" sz="2000" dirty="0" smtClean="0">
                    <a:solidFill>
                      <a:schemeClr val="accent6"/>
                    </a:solidFill>
                  </a:rPr>
                  <a:t> </a:t>
                </a:r>
                <a:r>
                  <a:rPr lang="en-US" altLang="zh-CN" sz="2000" dirty="0">
                    <a:solidFill>
                      <a:schemeClr val="accent6"/>
                    </a:solidFill>
                  </a:rPr>
                  <a:t>H</a:t>
                </a:r>
                <a:r>
                  <a:rPr lang="en-US" altLang="zh-CN" sz="2000" dirty="0" smtClean="0">
                    <a:solidFill>
                      <a:schemeClr val="accent6"/>
                    </a:solidFill>
                  </a:rPr>
                  <a:t>all-probe)</a:t>
                </a:r>
                <a:r>
                  <a:rPr lang="zh-CN" altLang="en-US" sz="2000" dirty="0" smtClean="0">
                    <a:solidFill>
                      <a:schemeClr val="accent6"/>
                    </a:solidFill>
                  </a:rPr>
                  <a:t> </a:t>
                </a:r>
                <a:r>
                  <a:rPr lang="en-US" altLang="zh-CN" sz="2000" dirty="0" smtClean="0">
                    <a:solidFill>
                      <a:schemeClr val="accent6"/>
                    </a:solidFill>
                  </a:rPr>
                  <a:t>rotate</a:t>
                </a:r>
                <a:r>
                  <a:rPr lang="zh-CN" altLang="en-US" sz="2000" dirty="0" smtClean="0">
                    <a:solidFill>
                      <a:schemeClr val="accent6"/>
                    </a:solidFill>
                  </a:rPr>
                  <a:t> </a:t>
                </a:r>
                <a:r>
                  <a:rPr lang="en-US" altLang="zh-CN" sz="2000" dirty="0" smtClean="0">
                    <a:solidFill>
                      <a:schemeClr val="accent6"/>
                    </a:solidFill>
                  </a:rPr>
                  <a:t>the</a:t>
                </a:r>
                <a:r>
                  <a:rPr lang="zh-CN" altLang="en-US" sz="2000" dirty="0" smtClean="0">
                    <a:solidFill>
                      <a:schemeClr val="accent6"/>
                    </a:solidFill>
                  </a:rPr>
                  <a:t> </a:t>
                </a:r>
                <a:r>
                  <a:rPr lang="en-US" altLang="zh-CN" sz="2000" dirty="0" smtClean="0">
                    <a:solidFill>
                      <a:schemeClr val="accent6"/>
                    </a:solidFill>
                  </a:rPr>
                  <a:t>probe</a:t>
                </a:r>
                <a:r>
                  <a:rPr lang="zh-CN" altLang="en-US" sz="2000" dirty="0" smtClean="0">
                    <a:solidFill>
                      <a:schemeClr val="accent6"/>
                    </a:solidFill>
                  </a:rPr>
                  <a:t> </a:t>
                </a:r>
                <a:r>
                  <a:rPr lang="en-US" altLang="zh-CN" sz="2000" dirty="0" smtClean="0">
                    <a:solidFill>
                      <a:schemeClr val="accent6"/>
                    </a:solidFill>
                  </a:rPr>
                  <a:t>to</a:t>
                </a:r>
                <a:r>
                  <a:rPr lang="zh-CN" altLang="en-US" sz="2000" dirty="0" smtClean="0">
                    <a:solidFill>
                      <a:schemeClr val="accent6"/>
                    </a:solidFill>
                  </a:rPr>
                  <a:t> </a:t>
                </a:r>
                <a:r>
                  <a:rPr lang="en-US" altLang="zh-CN" sz="2000" dirty="0" smtClean="0">
                    <a:solidFill>
                      <a:schemeClr val="accent6"/>
                    </a:solidFill>
                  </a:rPr>
                  <a:t>get</a:t>
                </a:r>
                <a:r>
                  <a:rPr lang="zh-CN" altLang="en-US" sz="2000" dirty="0" smtClean="0">
                    <a:solidFill>
                      <a:schemeClr val="accent6"/>
                    </a:solidFill>
                  </a:rPr>
                  <a:t> </a:t>
                </a:r>
                <a:r>
                  <a:rPr lang="en-US" altLang="zh-CN" sz="2000" dirty="0" smtClean="0">
                    <a:solidFill>
                      <a:schemeClr val="accent6"/>
                    </a:solidFill>
                  </a:rPr>
                  <a:t>a</a:t>
                </a:r>
                <a:r>
                  <a:rPr lang="zh-CN" altLang="en-US" sz="2000" dirty="0" smtClean="0">
                    <a:solidFill>
                      <a:schemeClr val="accent6"/>
                    </a:solidFill>
                  </a:rPr>
                  <a:t> </a:t>
                </a:r>
                <a:r>
                  <a:rPr lang="en-US" altLang="zh-CN" sz="2000" dirty="0" smtClean="0">
                    <a:solidFill>
                      <a:schemeClr val="accent6"/>
                    </a:solidFill>
                  </a:rPr>
                  <a:t>maximum</a:t>
                </a:r>
                <a:r>
                  <a:rPr lang="zh-CN" altLang="en-US" sz="2000" dirty="0" smtClean="0">
                    <a:solidFill>
                      <a:schemeClr val="accent6"/>
                    </a:solidFill>
                  </a:rPr>
                  <a:t> </a:t>
                </a:r>
                <a:r>
                  <a:rPr lang="en-US" altLang="zh-CN" sz="2000" dirty="0" smtClean="0">
                    <a:solidFill>
                      <a:schemeClr val="accent6"/>
                    </a:solidFill>
                  </a:rPr>
                  <a:t>value</a:t>
                </a:r>
              </a:p>
              <a:p>
                <a:pPr marL="914400" lvl="1" indent="-457200">
                  <a:buClr>
                    <a:schemeClr val="tx1"/>
                  </a:buClr>
                  <a:buSzPct val="100000"/>
                  <a:buFont typeface="+mj-ea"/>
                  <a:buAutoNum type="circleNumDbPlain"/>
                </a:pPr>
                <a:r>
                  <a:rPr lang="en-US" altLang="zh-CN" sz="2000" dirty="0" smtClean="0">
                    <a:solidFill>
                      <a:schemeClr val="accent6"/>
                    </a:solidFill>
                  </a:rPr>
                  <a:t>(For</a:t>
                </a:r>
                <a:r>
                  <a:rPr lang="zh-CN" altLang="en-US" sz="2000" dirty="0" smtClean="0">
                    <a:solidFill>
                      <a:schemeClr val="accent6"/>
                    </a:solidFill>
                  </a:rPr>
                  <a:t> </a:t>
                </a:r>
                <a:r>
                  <a:rPr lang="en-US" altLang="zh-CN" sz="2000" dirty="0" smtClean="0">
                    <a:solidFill>
                      <a:schemeClr val="accent6"/>
                    </a:solidFill>
                  </a:rPr>
                  <a:t>vertical</a:t>
                </a:r>
                <a:r>
                  <a:rPr lang="zh-CN" altLang="en-US" sz="2000" dirty="0" smtClean="0">
                    <a:solidFill>
                      <a:schemeClr val="accent6"/>
                    </a:solidFill>
                  </a:rPr>
                  <a:t> </a:t>
                </a:r>
                <a:r>
                  <a:rPr lang="en-US" altLang="zh-CN" sz="2000" dirty="0" smtClean="0">
                    <a:solidFill>
                      <a:schemeClr val="accent6"/>
                    </a:solidFill>
                  </a:rPr>
                  <a:t>length)</a:t>
                </a:r>
                <a:r>
                  <a:rPr lang="zh-CN" altLang="en-US" sz="2000" dirty="0" smtClean="0">
                    <a:solidFill>
                      <a:schemeClr val="accent6"/>
                    </a:solidFill>
                  </a:rPr>
                  <a:t> </a:t>
                </a:r>
                <a:r>
                  <a:rPr lang="en-US" altLang="zh-CN" sz="2000" dirty="0" smtClean="0">
                    <a:solidFill>
                      <a:schemeClr val="accent6"/>
                    </a:solidFill>
                  </a:rPr>
                  <a:t>Suspend</a:t>
                </a:r>
                <a:r>
                  <a:rPr lang="zh-CN" altLang="en-US" sz="2000" dirty="0" smtClean="0">
                    <a:solidFill>
                      <a:schemeClr val="accent6"/>
                    </a:solidFill>
                  </a:rPr>
                  <a:t> </a:t>
                </a:r>
                <a:r>
                  <a:rPr lang="en-US" altLang="zh-CN" sz="2000" dirty="0" smtClean="0">
                    <a:solidFill>
                      <a:schemeClr val="accent6"/>
                    </a:solidFill>
                  </a:rPr>
                  <a:t>the</a:t>
                </a:r>
                <a:r>
                  <a:rPr lang="zh-CN" altLang="en-US" sz="2000" dirty="0" smtClean="0">
                    <a:solidFill>
                      <a:schemeClr val="accent6"/>
                    </a:solidFill>
                  </a:rPr>
                  <a:t> </a:t>
                </a:r>
                <a:r>
                  <a:rPr lang="en-US" altLang="zh-CN" sz="2000" dirty="0" smtClean="0">
                    <a:solidFill>
                      <a:schemeClr val="accent6"/>
                    </a:solidFill>
                  </a:rPr>
                  <a:t>meter</a:t>
                </a:r>
                <a:r>
                  <a:rPr lang="zh-CN" altLang="en-US" sz="2000" dirty="0" smtClean="0">
                    <a:solidFill>
                      <a:schemeClr val="accent6"/>
                    </a:solidFill>
                  </a:rPr>
                  <a:t> </a:t>
                </a:r>
                <a:r>
                  <a:rPr lang="en-US" altLang="zh-CN" sz="2000" dirty="0" smtClean="0">
                    <a:solidFill>
                      <a:schemeClr val="accent6"/>
                    </a:solidFill>
                  </a:rPr>
                  <a:t>rule</a:t>
                </a:r>
                <a:r>
                  <a:rPr lang="zh-CN" altLang="en-US" sz="2000" dirty="0" smtClean="0">
                    <a:solidFill>
                      <a:schemeClr val="accent6"/>
                    </a:solidFill>
                  </a:rPr>
                  <a:t> </a:t>
                </a:r>
                <a:r>
                  <a:rPr lang="en-US" altLang="zh-CN" sz="2000" dirty="0" smtClean="0">
                    <a:solidFill>
                      <a:schemeClr val="accent6"/>
                    </a:solidFill>
                  </a:rPr>
                  <a:t>with</a:t>
                </a:r>
                <a:r>
                  <a:rPr lang="zh-CN" altLang="en-US" sz="2000" dirty="0" smtClean="0">
                    <a:solidFill>
                      <a:schemeClr val="accent6"/>
                    </a:solidFill>
                  </a:rPr>
                  <a:t> </a:t>
                </a:r>
                <a:r>
                  <a:rPr lang="en-US" altLang="zh-CN" sz="2000" dirty="0" smtClean="0">
                    <a:solidFill>
                      <a:schemeClr val="accent6"/>
                    </a:solidFill>
                  </a:rPr>
                  <a:t>a</a:t>
                </a:r>
                <a:r>
                  <a:rPr lang="zh-CN" altLang="en-US" sz="2000" dirty="0" smtClean="0">
                    <a:solidFill>
                      <a:schemeClr val="accent6"/>
                    </a:solidFill>
                  </a:rPr>
                  <a:t> </a:t>
                </a:r>
                <a:r>
                  <a:rPr lang="en-US" altLang="zh-CN" sz="2000" dirty="0" smtClean="0">
                    <a:solidFill>
                      <a:schemeClr val="accent6"/>
                    </a:solidFill>
                  </a:rPr>
                  <a:t>stand</a:t>
                </a:r>
                <a:r>
                  <a:rPr lang="zh-CN" altLang="en-US" sz="2000" dirty="0" smtClean="0">
                    <a:solidFill>
                      <a:schemeClr val="accent6"/>
                    </a:solidFill>
                  </a:rPr>
                  <a:t> </a:t>
                </a:r>
                <a:r>
                  <a:rPr lang="en-US" altLang="zh-CN" sz="2000" dirty="0" smtClean="0">
                    <a:solidFill>
                      <a:schemeClr val="accent6"/>
                    </a:solidFill>
                  </a:rPr>
                  <a:t>and</a:t>
                </a:r>
                <a:r>
                  <a:rPr lang="zh-CN" altLang="en-US" sz="2000" dirty="0" smtClean="0">
                    <a:solidFill>
                      <a:schemeClr val="accent6"/>
                    </a:solidFill>
                  </a:rPr>
                  <a:t> </a:t>
                </a:r>
                <a:r>
                  <a:rPr lang="en-US" altLang="zh-CN" sz="2000" dirty="0" smtClean="0">
                    <a:solidFill>
                      <a:schemeClr val="accent6"/>
                    </a:solidFill>
                  </a:rPr>
                  <a:t>clamp,</a:t>
                </a:r>
                <a:r>
                  <a:rPr lang="zh-CN" altLang="en-US" sz="2000" dirty="0" smtClean="0">
                    <a:solidFill>
                      <a:schemeClr val="accent6"/>
                    </a:solidFill>
                  </a:rPr>
                  <a:t> </a:t>
                </a:r>
                <a:r>
                  <a:rPr lang="en-US" altLang="zh-CN" sz="2000" dirty="0" smtClean="0">
                    <a:solidFill>
                      <a:schemeClr val="accent6"/>
                    </a:solidFill>
                  </a:rPr>
                  <a:t>use</a:t>
                </a:r>
                <a:r>
                  <a:rPr lang="zh-CN" altLang="en-US" sz="2000" dirty="0" smtClean="0">
                    <a:solidFill>
                      <a:schemeClr val="accent6"/>
                    </a:solidFill>
                  </a:rPr>
                  <a:t> </a:t>
                </a:r>
                <a:r>
                  <a:rPr lang="en-US" altLang="zh-CN" sz="2000" dirty="0" smtClean="0">
                    <a:solidFill>
                      <a:schemeClr val="accent6"/>
                    </a:solidFill>
                  </a:rPr>
                  <a:t>a</a:t>
                </a:r>
                <a:r>
                  <a:rPr lang="zh-CN" altLang="en-US" sz="2000" dirty="0" smtClean="0">
                    <a:solidFill>
                      <a:schemeClr val="accent6"/>
                    </a:solidFill>
                  </a:rPr>
                  <a:t> </a:t>
                </a:r>
                <a:r>
                  <a:rPr lang="en-US" altLang="zh-CN" sz="2000" dirty="0" smtClean="0">
                    <a:solidFill>
                      <a:schemeClr val="accent6"/>
                    </a:solidFill>
                  </a:rPr>
                  <a:t>plum</a:t>
                </a:r>
                <a:r>
                  <a:rPr lang="zh-CN" altLang="en-US" sz="2000" dirty="0" smtClean="0">
                    <a:solidFill>
                      <a:schemeClr val="accent6"/>
                    </a:solidFill>
                  </a:rPr>
                  <a:t> </a:t>
                </a:r>
                <a:r>
                  <a:rPr lang="en-US" altLang="zh-CN" sz="2000" dirty="0" smtClean="0">
                    <a:solidFill>
                      <a:schemeClr val="accent6"/>
                    </a:solidFill>
                  </a:rPr>
                  <a:t>line</a:t>
                </a:r>
                <a:r>
                  <a:rPr lang="zh-CN" altLang="en-US" sz="2000" dirty="0" smtClean="0">
                    <a:solidFill>
                      <a:schemeClr val="accent6"/>
                    </a:solidFill>
                  </a:rPr>
                  <a:t> </a:t>
                </a:r>
                <a:r>
                  <a:rPr lang="en-US" altLang="zh-CN" sz="2000" dirty="0" smtClean="0">
                    <a:solidFill>
                      <a:schemeClr val="accent6"/>
                    </a:solidFill>
                  </a:rPr>
                  <a:t>to</a:t>
                </a:r>
                <a:r>
                  <a:rPr lang="zh-CN" altLang="en-US" sz="2000" dirty="0" smtClean="0">
                    <a:solidFill>
                      <a:schemeClr val="accent6"/>
                    </a:solidFill>
                  </a:rPr>
                  <a:t> </a:t>
                </a:r>
                <a:r>
                  <a:rPr lang="en-US" altLang="zh-CN" sz="2000" dirty="0" smtClean="0">
                    <a:solidFill>
                      <a:schemeClr val="accent6"/>
                    </a:solidFill>
                  </a:rPr>
                  <a:t>make</a:t>
                </a:r>
                <a:r>
                  <a:rPr lang="zh-CN" altLang="en-US" sz="2000" dirty="0" smtClean="0">
                    <a:solidFill>
                      <a:schemeClr val="accent6"/>
                    </a:solidFill>
                  </a:rPr>
                  <a:t> </a:t>
                </a:r>
                <a:r>
                  <a:rPr lang="en-US" altLang="zh-CN" sz="2000" dirty="0" smtClean="0">
                    <a:solidFill>
                      <a:schemeClr val="accent6"/>
                    </a:solidFill>
                  </a:rPr>
                  <a:t>it</a:t>
                </a:r>
                <a:r>
                  <a:rPr lang="zh-CN" altLang="en-US" sz="2000" dirty="0" smtClean="0">
                    <a:solidFill>
                      <a:schemeClr val="accent6"/>
                    </a:solidFill>
                  </a:rPr>
                  <a:t> </a:t>
                </a:r>
                <a:r>
                  <a:rPr lang="en-US" altLang="zh-CN" sz="2000" dirty="0" smtClean="0">
                    <a:solidFill>
                      <a:schemeClr val="accent6"/>
                    </a:solidFill>
                  </a:rPr>
                  <a:t>vertical.</a:t>
                </a:r>
              </a:p>
              <a:p>
                <a:pPr marL="914400" lvl="1" indent="-457200">
                  <a:buClr>
                    <a:schemeClr val="tx1"/>
                  </a:buClr>
                  <a:buSzPct val="100000"/>
                  <a:buFont typeface="+mj-ea"/>
                  <a:buAutoNum type="circleNumDbPlain"/>
                </a:pPr>
                <a:r>
                  <a:rPr lang="en-US" altLang="zh-CN" sz="2000" dirty="0" smtClean="0">
                    <a:solidFill>
                      <a:schemeClr val="accent6"/>
                    </a:solidFill>
                  </a:rPr>
                  <a:t>(For</a:t>
                </a:r>
                <a:r>
                  <a:rPr lang="zh-CN" altLang="en-US" sz="2000" dirty="0" smtClean="0">
                    <a:solidFill>
                      <a:schemeClr val="accent6"/>
                    </a:solidFill>
                  </a:rPr>
                  <a:t> </a:t>
                </a:r>
                <a:r>
                  <a:rPr lang="en-US" altLang="zh-CN" sz="2000" dirty="0" smtClean="0">
                    <a:solidFill>
                      <a:schemeClr val="accent6"/>
                    </a:solidFill>
                  </a:rPr>
                  <a:t>some</a:t>
                </a:r>
                <a:r>
                  <a:rPr lang="zh-CN" altLang="en-US" sz="2000" dirty="0" smtClean="0">
                    <a:solidFill>
                      <a:schemeClr val="accent6"/>
                    </a:solidFill>
                  </a:rPr>
                  <a:t> </a:t>
                </a:r>
                <a:r>
                  <a:rPr lang="en-US" altLang="zh-CN" sz="2000" dirty="0" smtClean="0">
                    <a:solidFill>
                      <a:schemeClr val="accent6"/>
                    </a:solidFill>
                  </a:rPr>
                  <a:t>angle)</a:t>
                </a:r>
                <a:r>
                  <a:rPr lang="zh-CN" altLang="en-US" sz="2000" dirty="0" smtClean="0">
                    <a:solidFill>
                      <a:schemeClr val="accent6"/>
                    </a:solidFill>
                  </a:rPr>
                  <a:t> </a:t>
                </a:r>
                <a:r>
                  <a:rPr lang="en-US" altLang="zh-CN" sz="2000" dirty="0" smtClean="0">
                    <a:solidFill>
                      <a:schemeClr val="accent6"/>
                    </a:solidFill>
                  </a:rPr>
                  <a:t>Measure</a:t>
                </a:r>
                <a:r>
                  <a:rPr lang="zh-CN" altLang="en-US" sz="2000" dirty="0" smtClean="0">
                    <a:solidFill>
                      <a:schemeClr val="accent6"/>
                    </a:solidFill>
                  </a:rPr>
                  <a:t> </a:t>
                </a:r>
                <a:r>
                  <a:rPr lang="en-US" altLang="zh-CN" sz="2000" dirty="0" smtClean="0">
                    <a:solidFill>
                      <a:schemeClr val="accent6"/>
                    </a:solidFill>
                  </a:rPr>
                  <a:t>the</a:t>
                </a:r>
                <a:r>
                  <a:rPr lang="zh-CN" altLang="en-US" sz="2000" dirty="0" smtClean="0">
                    <a:solidFill>
                      <a:schemeClr val="accent6"/>
                    </a:solidFill>
                  </a:rPr>
                  <a:t> </a:t>
                </a:r>
                <a:r>
                  <a:rPr lang="en-US" altLang="zh-CN" sz="2000" dirty="0" smtClean="0">
                    <a:solidFill>
                      <a:schemeClr val="accent6"/>
                    </a:solidFill>
                  </a:rPr>
                  <a:t>side</a:t>
                </a:r>
                <a:r>
                  <a:rPr lang="zh-CN" altLang="en-US" sz="2000" dirty="0" smtClean="0">
                    <a:solidFill>
                      <a:schemeClr val="accent6"/>
                    </a:solidFill>
                  </a:rPr>
                  <a:t> </a:t>
                </a:r>
                <a:r>
                  <a:rPr lang="en-US" altLang="zh-CN" sz="2000" dirty="0" smtClean="0">
                    <a:solidFill>
                      <a:schemeClr val="accent6"/>
                    </a:solidFill>
                  </a:rPr>
                  <a:t>of</a:t>
                </a:r>
                <a:r>
                  <a:rPr lang="zh-CN" altLang="en-US" sz="2000" dirty="0" smtClean="0">
                    <a:solidFill>
                      <a:schemeClr val="accent6"/>
                    </a:solidFill>
                  </a:rPr>
                  <a:t> </a:t>
                </a:r>
                <a:r>
                  <a:rPr lang="en-US" altLang="zh-CN" sz="2000" dirty="0" smtClean="0">
                    <a:solidFill>
                      <a:schemeClr val="accent6"/>
                    </a:solidFill>
                  </a:rPr>
                  <a:t>some</a:t>
                </a:r>
                <a:r>
                  <a:rPr lang="zh-CN" altLang="en-US" sz="2000" dirty="0" smtClean="0">
                    <a:solidFill>
                      <a:schemeClr val="accent6"/>
                    </a:solidFill>
                  </a:rPr>
                  <a:t> </a:t>
                </a:r>
                <a:r>
                  <a:rPr lang="en-US" altLang="zh-CN" sz="2000" dirty="0" smtClean="0">
                    <a:solidFill>
                      <a:schemeClr val="accent6"/>
                    </a:solidFill>
                  </a:rPr>
                  <a:t>triangle</a:t>
                </a:r>
                <a:r>
                  <a:rPr lang="zh-CN" altLang="en-US" sz="2000" dirty="0" smtClean="0">
                    <a:solidFill>
                      <a:schemeClr val="accent6"/>
                    </a:solidFill>
                  </a:rPr>
                  <a:t> </a:t>
                </a:r>
                <a:r>
                  <a:rPr lang="en-US" altLang="zh-CN" sz="2000" dirty="0" smtClean="0">
                    <a:solidFill>
                      <a:schemeClr val="accent6"/>
                    </a:solidFill>
                  </a:rPr>
                  <a:t>and</a:t>
                </a:r>
                <a:r>
                  <a:rPr lang="zh-CN" altLang="en-US" sz="2000" dirty="0" smtClean="0">
                    <a:solidFill>
                      <a:schemeClr val="accent6"/>
                    </a:solidFill>
                  </a:rPr>
                  <a:t> </a:t>
                </a:r>
                <a:r>
                  <a:rPr lang="en-US" altLang="zh-CN" sz="2000" dirty="0" smtClean="0">
                    <a:solidFill>
                      <a:schemeClr val="accent6"/>
                    </a:solidFill>
                  </a:rPr>
                  <a:t>use</a:t>
                </a:r>
                <a:r>
                  <a:rPr lang="zh-CN" altLang="en-US" sz="2000" dirty="0" smtClean="0">
                    <a:solidFill>
                      <a:schemeClr val="accent6"/>
                    </a:solidFill>
                  </a:rPr>
                  <a:t> </a:t>
                </a:r>
                <a:r>
                  <a:rPr lang="en-US" altLang="zh-CN" sz="2000" dirty="0" smtClean="0">
                    <a:solidFill>
                      <a:schemeClr val="accent6"/>
                    </a:solidFill>
                  </a:rPr>
                  <a:t>sin/cos/tan</a:t>
                </a:r>
                <a:r>
                  <a:rPr lang="zh-CN" altLang="en-US" sz="2000" dirty="0" smtClean="0">
                    <a:solidFill>
                      <a:schemeClr val="accent6"/>
                    </a:solidFill>
                  </a:rPr>
                  <a:t> </a:t>
                </a:r>
                <a:r>
                  <a:rPr lang="en-US" altLang="zh-CN" sz="2000" dirty="0" smtClean="0">
                    <a:solidFill>
                      <a:schemeClr val="accent6"/>
                    </a:solidFill>
                  </a:rPr>
                  <a:t>to</a:t>
                </a:r>
                <a:r>
                  <a:rPr lang="zh-CN" altLang="en-US" sz="2000" dirty="0" smtClean="0">
                    <a:solidFill>
                      <a:schemeClr val="accent6"/>
                    </a:solidFill>
                  </a:rPr>
                  <a:t> </a:t>
                </a:r>
                <a:r>
                  <a:rPr lang="en-US" altLang="zh-CN" sz="2000" dirty="0" smtClean="0">
                    <a:solidFill>
                      <a:schemeClr val="accent6"/>
                    </a:solidFill>
                  </a:rPr>
                  <a:t>get</a:t>
                </a:r>
                <a:r>
                  <a:rPr lang="zh-CN" altLang="en-US" sz="2000" dirty="0" smtClean="0">
                    <a:solidFill>
                      <a:schemeClr val="accent6"/>
                    </a:solidFill>
                  </a:rPr>
                  <a:t> </a:t>
                </a:r>
                <a:r>
                  <a:rPr lang="en-US" altLang="zh-CN" sz="2000" dirty="0" smtClean="0">
                    <a:solidFill>
                      <a:schemeClr val="accent6"/>
                    </a:solidFill>
                  </a:rPr>
                  <a:t>angle</a:t>
                </a:r>
                <a:r>
                  <a:rPr lang="en-US" altLang="zh-CN" sz="2000" dirty="0">
                    <a:solidFill>
                      <a:schemeClr val="accent6"/>
                    </a:solidFill>
                  </a:rPr>
                  <a:t/>
                </a:r>
                <a:br>
                  <a:rPr lang="en-US" altLang="zh-CN" sz="2000" dirty="0">
                    <a:solidFill>
                      <a:schemeClr val="accent6"/>
                    </a:solidFill>
                  </a:rPr>
                </a:br>
                <a:endParaRPr lang="en-US" altLang="zh-CN" sz="2000" dirty="0">
                  <a:solidFill>
                    <a:schemeClr val="accent6"/>
                  </a:solidFill>
                </a:endParaRPr>
              </a:p>
              <a:p>
                <a:endParaRPr lang="en-US" altLang="zh-CN" dirty="0">
                  <a:solidFill>
                    <a:schemeClr val="accent6"/>
                  </a:solidFill>
                </a:endParaRPr>
              </a:p>
              <a:p>
                <a:endParaRPr lang="en-US" altLang="zh-CN" sz="2400" dirty="0">
                  <a:solidFill>
                    <a:schemeClr val="accent6"/>
                  </a:solidFill>
                </a:endParaRPr>
              </a:p>
              <a:p>
                <a:endParaRPr lang="en-US" altLang="zh-CN" sz="2400" dirty="0">
                  <a:solidFill>
                    <a:schemeClr val="accent6"/>
                  </a:solidFill>
                </a:endParaRPr>
              </a:p>
              <a:p>
                <a:endParaRPr lang="en-US" altLang="zh-CN" sz="2000" dirty="0">
                  <a:solidFill>
                    <a:schemeClr val="accent6"/>
                  </a:solidFill>
                </a:endParaRPr>
              </a:p>
            </p:txBody>
          </p:sp>
        </mc:Choice>
        <mc:Fallback>
          <p:sp>
            <p:nvSpPr>
              <p:cNvPr id="559142" name="Rectangle 38"/>
              <p:cNvSpPr>
                <a:spLocks noRot="1" noChangeAspect="1" noMove="1" noResize="1" noEditPoints="1" noAdjustHandles="1" noChangeArrowheads="1" noChangeShapeType="1" noTextEdit="1"/>
              </p:cNvSpPr>
              <p:nvPr/>
            </p:nvSpPr>
            <p:spPr bwMode="auto">
              <a:xfrm>
                <a:off x="-31205" y="571575"/>
                <a:ext cx="10820276" cy="5714850"/>
              </a:xfrm>
              <a:prstGeom prst="rect">
                <a:avLst/>
              </a:prstGeom>
              <a:blipFill rotWithShape="0">
                <a:blip r:embed="rId4"/>
                <a:stretch>
                  <a:fillRect l="-451" t="-854" b="-341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zh-CN" altLang="en-US">
                    <a:noFill/>
                  </a:rPr>
                  <a:t> </a:t>
                </a:r>
              </a:p>
            </p:txBody>
          </p:sp>
        </mc:Fallback>
      </mc:AlternateContent>
      <p:sp>
        <p:nvSpPr>
          <p:cNvPr id="559106" name="Rectangle 2"/>
          <p:cNvSpPr>
            <a:spLocks noGrp="1" noChangeArrowheads="1"/>
          </p:cNvSpPr>
          <p:nvPr>
            <p:ph type="title"/>
          </p:nvPr>
        </p:nvSpPr>
        <p:spPr>
          <a:xfrm>
            <a:off x="0" y="0"/>
            <a:ext cx="9436100" cy="625517"/>
          </a:xfrm>
        </p:spPr>
        <p:txBody>
          <a:bodyPr/>
          <a:lstStyle/>
          <a:p>
            <a:pPr algn="l"/>
            <a:r>
              <a:rPr lang="en-US" altLang="zh-CN" dirty="0" smtClean="0">
                <a:solidFill>
                  <a:schemeClr val="accent6"/>
                </a:solidFill>
                <a:ea typeface="宋体" charset="-122"/>
              </a:rPr>
              <a:t>General</a:t>
            </a:r>
            <a:r>
              <a:rPr lang="zh-CN" altLang="en-US" dirty="0" smtClean="0">
                <a:solidFill>
                  <a:schemeClr val="accent6"/>
                </a:solidFill>
                <a:ea typeface="宋体" charset="-122"/>
              </a:rPr>
              <a:t> </a:t>
            </a:r>
            <a:r>
              <a:rPr lang="en-US" altLang="zh-CN" smtClean="0">
                <a:solidFill>
                  <a:schemeClr val="accent6"/>
                </a:solidFill>
                <a:ea typeface="宋体" charset="-122"/>
              </a:rPr>
              <a:t>Template</a:t>
            </a:r>
            <a:endParaRPr lang="en-US" altLang="zh-CN" dirty="0">
              <a:solidFill>
                <a:schemeClr val="accent6"/>
              </a:solidFill>
              <a:ea typeface="宋体" charset="-122"/>
            </a:endParaRPr>
          </a:p>
        </p:txBody>
      </p:sp>
      <p:graphicFrame>
        <p:nvGraphicFramePr>
          <p:cNvPr id="55910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34" name="Equation" r:id="rId5" imgW="114120" imgH="215640" progId="Equation.3">
                  <p:embed/>
                </p:oleObj>
              </mc:Choice>
              <mc:Fallback>
                <p:oleObj name="Equation" r:id="rId5" imgW="11412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417885600"/>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42" name="Rectangle 38"/>
          <p:cNvSpPr>
            <a:spLocks noChangeArrowheads="1"/>
          </p:cNvSpPr>
          <p:nvPr/>
        </p:nvSpPr>
        <p:spPr bwMode="auto">
          <a:xfrm>
            <a:off x="609744" y="914466"/>
            <a:ext cx="10972512" cy="1981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rgbClr val="9999FF"/>
              </a:buClr>
              <a:buSzPct val="80000"/>
              <a:buFont typeface="Wingdings" charset="2"/>
              <a:buChar char="q"/>
              <a:defRPr sz="2800">
                <a:solidFill>
                  <a:schemeClr val="bg2"/>
                </a:solidFill>
                <a:latin typeface="Tahoma" charset="0"/>
              </a:defRPr>
            </a:lvl1pPr>
            <a:lvl2pPr marL="742950" indent="-285750" algn="l">
              <a:spcBef>
                <a:spcPct val="20000"/>
              </a:spcBef>
              <a:buClr>
                <a:srgbClr val="9999FF"/>
              </a:buClr>
              <a:buSzPct val="65000"/>
              <a:buFont typeface="Wingdings" charset="2"/>
              <a:buChar char="n"/>
              <a:defRPr sz="2400">
                <a:solidFill>
                  <a:schemeClr val="bg2"/>
                </a:solidFill>
                <a:latin typeface="Tahoma" charset="0"/>
              </a:defRPr>
            </a:lvl2pPr>
            <a:lvl3pPr marL="1143000" indent="-228600" algn="l">
              <a:spcBef>
                <a:spcPct val="20000"/>
              </a:spcBef>
              <a:buClr>
                <a:srgbClr val="9999FF"/>
              </a:buClr>
              <a:buSzPct val="65000"/>
              <a:buFont typeface="Wingdings" charset="2"/>
              <a:buChar char="n"/>
              <a:defRPr sz="2000">
                <a:solidFill>
                  <a:schemeClr val="bg2"/>
                </a:solidFill>
                <a:latin typeface="Tahoma" charset="0"/>
              </a:defRPr>
            </a:lvl3pPr>
            <a:lvl4pPr marL="1600200" indent="-228600" algn="l">
              <a:spcBef>
                <a:spcPct val="20000"/>
              </a:spcBef>
              <a:buClr>
                <a:srgbClr val="9999FF"/>
              </a:buClr>
              <a:buSzPct val="65000"/>
              <a:buFont typeface="Wingdings" charset="2"/>
              <a:buChar char="n"/>
              <a:defRPr>
                <a:solidFill>
                  <a:schemeClr val="bg2"/>
                </a:solidFill>
                <a:latin typeface="Tahoma" charset="0"/>
              </a:defRPr>
            </a:lvl4pPr>
            <a:lvl5pPr marL="2057400" indent="-228600" algn="l">
              <a:spcBef>
                <a:spcPct val="20000"/>
              </a:spcBef>
              <a:buClr>
                <a:srgbClr val="9999FF"/>
              </a:buClr>
              <a:buSzPct val="65000"/>
              <a:buFont typeface="Wingdings" charset="2"/>
              <a:buChar char="n"/>
              <a:defRPr>
                <a:solidFill>
                  <a:schemeClr val="bg2"/>
                </a:solidFill>
                <a:latin typeface="Tahoma" charset="0"/>
              </a:defRPr>
            </a:lvl5pPr>
            <a:lvl6pPr marL="25146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6pPr>
            <a:lvl7pPr marL="29718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7pPr>
            <a:lvl8pPr marL="34290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8pPr>
            <a:lvl9pPr marL="38862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9pPr>
          </a:lstStyle>
          <a:p>
            <a:r>
              <a:rPr lang="en-US" altLang="zh-CN" sz="3200" dirty="0" smtClean="0">
                <a:solidFill>
                  <a:schemeClr val="accent6"/>
                </a:solidFill>
              </a:rPr>
              <a:t>Given</a:t>
            </a:r>
            <a:r>
              <a:rPr lang="zh-CN" altLang="en-US" sz="3200" dirty="0" smtClean="0">
                <a:solidFill>
                  <a:schemeClr val="accent6"/>
                </a:solidFill>
              </a:rPr>
              <a:t> </a:t>
            </a:r>
            <a:r>
              <a:rPr lang="en-US" altLang="zh-CN" sz="3200" dirty="0" smtClean="0">
                <a:solidFill>
                  <a:schemeClr val="accent6"/>
                </a:solidFill>
              </a:rPr>
              <a:t>an</a:t>
            </a:r>
            <a:r>
              <a:rPr lang="zh-CN" altLang="en-US" sz="3200" dirty="0" smtClean="0">
                <a:solidFill>
                  <a:schemeClr val="accent6"/>
                </a:solidFill>
              </a:rPr>
              <a:t> </a:t>
            </a:r>
            <a:r>
              <a:rPr lang="en-US" altLang="zh-CN" sz="3200" dirty="0" smtClean="0">
                <a:solidFill>
                  <a:schemeClr val="accent6"/>
                </a:solidFill>
              </a:rPr>
              <a:t>equation+</a:t>
            </a:r>
            <a:r>
              <a:rPr lang="zh-CN" altLang="en-US" sz="3200" dirty="0" smtClean="0">
                <a:solidFill>
                  <a:schemeClr val="accent6"/>
                </a:solidFill>
              </a:rPr>
              <a:t> </a:t>
            </a:r>
            <a:r>
              <a:rPr lang="en-US" altLang="zh-CN" sz="3200" dirty="0">
                <a:solidFill>
                  <a:schemeClr val="accent6"/>
                </a:solidFill>
              </a:rPr>
              <a:t>a</a:t>
            </a:r>
            <a:r>
              <a:rPr lang="zh-CN" altLang="en-US" sz="3200" dirty="0" smtClean="0">
                <a:solidFill>
                  <a:schemeClr val="accent6"/>
                </a:solidFill>
              </a:rPr>
              <a:t> </a:t>
            </a:r>
            <a:r>
              <a:rPr lang="en-US" altLang="zh-CN" sz="3200" dirty="0" smtClean="0">
                <a:solidFill>
                  <a:schemeClr val="accent6"/>
                </a:solidFill>
              </a:rPr>
              <a:t>table</a:t>
            </a:r>
            <a:r>
              <a:rPr lang="zh-CN" altLang="en-US" sz="3200" dirty="0" smtClean="0">
                <a:solidFill>
                  <a:schemeClr val="accent6"/>
                </a:solidFill>
              </a:rPr>
              <a:t> </a:t>
            </a:r>
            <a:r>
              <a:rPr lang="en-US" altLang="zh-CN" sz="3200" dirty="0" smtClean="0">
                <a:solidFill>
                  <a:schemeClr val="accent6"/>
                </a:solidFill>
              </a:rPr>
              <a:t>of</a:t>
            </a:r>
            <a:r>
              <a:rPr lang="zh-CN" altLang="en-US" sz="3200" dirty="0" smtClean="0">
                <a:solidFill>
                  <a:schemeClr val="accent6"/>
                </a:solidFill>
              </a:rPr>
              <a:t> </a:t>
            </a:r>
            <a:r>
              <a:rPr lang="en-US" altLang="zh-CN" sz="3200" dirty="0" smtClean="0">
                <a:solidFill>
                  <a:schemeClr val="accent6"/>
                </a:solidFill>
              </a:rPr>
              <a:t>data</a:t>
            </a:r>
          </a:p>
          <a:p>
            <a:r>
              <a:rPr lang="en-US" altLang="zh-CN" sz="3200" dirty="0" smtClean="0">
                <a:solidFill>
                  <a:schemeClr val="accent6"/>
                </a:solidFill>
              </a:rPr>
              <a:t>Complete</a:t>
            </a:r>
            <a:r>
              <a:rPr lang="zh-CN" altLang="en-US" sz="3200" dirty="0" smtClean="0">
                <a:solidFill>
                  <a:schemeClr val="accent6"/>
                </a:solidFill>
              </a:rPr>
              <a:t> </a:t>
            </a:r>
            <a:r>
              <a:rPr lang="en-US" altLang="zh-CN" sz="3200" dirty="0" smtClean="0">
                <a:solidFill>
                  <a:schemeClr val="accent6"/>
                </a:solidFill>
              </a:rPr>
              <a:t>the</a:t>
            </a:r>
            <a:r>
              <a:rPr lang="zh-CN" altLang="en-US" sz="3200" dirty="0" smtClean="0">
                <a:solidFill>
                  <a:schemeClr val="accent6"/>
                </a:solidFill>
              </a:rPr>
              <a:t> </a:t>
            </a:r>
            <a:r>
              <a:rPr lang="en-US" altLang="zh-CN" sz="3200" dirty="0" smtClean="0">
                <a:solidFill>
                  <a:schemeClr val="accent6"/>
                </a:solidFill>
              </a:rPr>
              <a:t>table</a:t>
            </a:r>
            <a:r>
              <a:rPr lang="zh-CN" altLang="en-US" sz="3200" dirty="0" smtClean="0">
                <a:solidFill>
                  <a:schemeClr val="accent6"/>
                </a:solidFill>
              </a:rPr>
              <a:t> </a:t>
            </a:r>
            <a:r>
              <a:rPr lang="en-US" altLang="zh-CN" sz="3200" dirty="0" smtClean="0">
                <a:solidFill>
                  <a:schemeClr val="accent6"/>
                </a:solidFill>
              </a:rPr>
              <a:t>(calculated</a:t>
            </a:r>
            <a:r>
              <a:rPr lang="zh-CN" altLang="en-US" sz="3200" dirty="0" smtClean="0">
                <a:solidFill>
                  <a:schemeClr val="accent6"/>
                </a:solidFill>
              </a:rPr>
              <a:t> </a:t>
            </a:r>
            <a:r>
              <a:rPr lang="en-US" altLang="zh-CN" sz="3200" dirty="0" smtClean="0">
                <a:solidFill>
                  <a:schemeClr val="accent6"/>
                </a:solidFill>
              </a:rPr>
              <a:t>data,</a:t>
            </a:r>
            <a:r>
              <a:rPr lang="zh-CN" altLang="en-US" sz="3200" dirty="0" smtClean="0">
                <a:solidFill>
                  <a:schemeClr val="accent6"/>
                </a:solidFill>
              </a:rPr>
              <a:t> </a:t>
            </a:r>
            <a:r>
              <a:rPr lang="en-US" altLang="zh-CN" sz="3200" dirty="0" err="1" smtClean="0">
                <a:solidFill>
                  <a:schemeClr val="accent6"/>
                </a:solidFill>
              </a:rPr>
              <a:t>s.f.</a:t>
            </a:r>
            <a:r>
              <a:rPr lang="en-US" altLang="zh-CN" sz="3200" dirty="0" smtClean="0">
                <a:solidFill>
                  <a:schemeClr val="accent6"/>
                </a:solidFill>
              </a:rPr>
              <a:t>,</a:t>
            </a:r>
            <a:r>
              <a:rPr lang="zh-CN" altLang="en-US" sz="3200" dirty="0" smtClean="0">
                <a:solidFill>
                  <a:schemeClr val="accent6"/>
                </a:solidFill>
              </a:rPr>
              <a:t> </a:t>
            </a:r>
            <a:r>
              <a:rPr lang="en-US" altLang="zh-CN" sz="3200" dirty="0" smtClean="0">
                <a:solidFill>
                  <a:schemeClr val="accent6"/>
                </a:solidFill>
              </a:rPr>
              <a:t>uncertainty</a:t>
            </a:r>
            <a:r>
              <a:rPr lang="en-US" altLang="zh-CN" sz="3200" dirty="0" smtClean="0">
                <a:solidFill>
                  <a:schemeClr val="accent6"/>
                </a:solidFill>
              </a:rPr>
              <a:t>)</a:t>
            </a:r>
            <a:endParaRPr lang="en-US" altLang="zh-CN" sz="2800" dirty="0" smtClean="0">
              <a:solidFill>
                <a:schemeClr val="accent6"/>
              </a:solidFill>
            </a:endParaRPr>
          </a:p>
        </p:txBody>
      </p:sp>
      <p:sp>
        <p:nvSpPr>
          <p:cNvPr id="559106" name="Rectangle 2"/>
          <p:cNvSpPr>
            <a:spLocks noGrp="1" noChangeArrowheads="1"/>
          </p:cNvSpPr>
          <p:nvPr>
            <p:ph type="title"/>
          </p:nvPr>
        </p:nvSpPr>
        <p:spPr>
          <a:xfrm>
            <a:off x="762140" y="160806"/>
            <a:ext cx="9436100" cy="625517"/>
          </a:xfrm>
        </p:spPr>
        <p:txBody>
          <a:bodyPr/>
          <a:lstStyle/>
          <a:p>
            <a:r>
              <a:rPr lang="en-US" altLang="zh-CN" dirty="0" smtClean="0">
                <a:solidFill>
                  <a:schemeClr val="accent6"/>
                </a:solidFill>
                <a:ea typeface="宋体" charset="-122"/>
              </a:rPr>
              <a:t>Question</a:t>
            </a:r>
            <a:r>
              <a:rPr lang="zh-CN" altLang="en-US" dirty="0" smtClean="0">
                <a:solidFill>
                  <a:schemeClr val="accent6"/>
                </a:solidFill>
                <a:ea typeface="宋体" charset="-122"/>
              </a:rPr>
              <a:t> </a:t>
            </a:r>
            <a:r>
              <a:rPr lang="en-US" altLang="zh-CN" dirty="0">
                <a:solidFill>
                  <a:schemeClr val="accent6"/>
                </a:solidFill>
                <a:ea typeface="宋体" charset="-122"/>
              </a:rPr>
              <a:t>2</a:t>
            </a:r>
            <a:endParaRPr lang="en-US" altLang="zh-CN" dirty="0">
              <a:solidFill>
                <a:schemeClr val="accent6"/>
              </a:solidFill>
              <a:ea typeface="宋体" charset="-122"/>
            </a:endParaRPr>
          </a:p>
        </p:txBody>
      </p:sp>
      <p:graphicFrame>
        <p:nvGraphicFramePr>
          <p:cNvPr id="55910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73062"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2" name="图片 1"/>
          <p:cNvPicPr>
            <a:picLocks noChangeAspect="1"/>
          </p:cNvPicPr>
          <p:nvPr/>
        </p:nvPicPr>
        <p:blipFill>
          <a:blip r:embed="rId6"/>
          <a:stretch>
            <a:fillRect/>
          </a:stretch>
        </p:blipFill>
        <p:spPr>
          <a:xfrm>
            <a:off x="31758" y="2115744"/>
            <a:ext cx="5607054" cy="1508035"/>
          </a:xfrm>
          <a:prstGeom prst="rect">
            <a:avLst/>
          </a:prstGeom>
        </p:spPr>
      </p:pic>
      <p:pic>
        <p:nvPicPr>
          <p:cNvPr id="3" name="图片 2"/>
          <p:cNvPicPr>
            <a:picLocks noChangeAspect="1"/>
          </p:cNvPicPr>
          <p:nvPr/>
        </p:nvPicPr>
        <p:blipFill>
          <a:blip r:embed="rId7"/>
          <a:stretch>
            <a:fillRect/>
          </a:stretch>
        </p:blipFill>
        <p:spPr>
          <a:xfrm>
            <a:off x="5302262" y="1981214"/>
            <a:ext cx="6857980" cy="4876786"/>
          </a:xfrm>
          <a:prstGeom prst="rect">
            <a:avLst/>
          </a:prstGeom>
        </p:spPr>
      </p:pic>
    </p:spTree>
    <p:extLst>
      <p:ext uri="{BB962C8B-B14F-4D97-AF65-F5344CB8AC3E}">
        <p14:creationId xmlns:p14="http://schemas.microsoft.com/office/powerpoint/2010/main" val="1570436231"/>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42" name="Rectangle 38"/>
          <p:cNvSpPr>
            <a:spLocks noChangeArrowheads="1"/>
          </p:cNvSpPr>
          <p:nvPr/>
        </p:nvSpPr>
        <p:spPr bwMode="auto">
          <a:xfrm>
            <a:off x="152556" y="132"/>
            <a:ext cx="10972512" cy="1981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rgbClr val="9999FF"/>
              </a:buClr>
              <a:buSzPct val="80000"/>
              <a:buFont typeface="Wingdings" charset="2"/>
              <a:buChar char="q"/>
              <a:defRPr sz="2800">
                <a:solidFill>
                  <a:schemeClr val="bg2"/>
                </a:solidFill>
                <a:latin typeface="Tahoma" charset="0"/>
              </a:defRPr>
            </a:lvl1pPr>
            <a:lvl2pPr marL="742950" indent="-285750" algn="l">
              <a:spcBef>
                <a:spcPct val="20000"/>
              </a:spcBef>
              <a:buClr>
                <a:srgbClr val="9999FF"/>
              </a:buClr>
              <a:buSzPct val="65000"/>
              <a:buFont typeface="Wingdings" charset="2"/>
              <a:buChar char="n"/>
              <a:defRPr sz="2400">
                <a:solidFill>
                  <a:schemeClr val="bg2"/>
                </a:solidFill>
                <a:latin typeface="Tahoma" charset="0"/>
              </a:defRPr>
            </a:lvl2pPr>
            <a:lvl3pPr marL="1143000" indent="-228600" algn="l">
              <a:spcBef>
                <a:spcPct val="20000"/>
              </a:spcBef>
              <a:buClr>
                <a:srgbClr val="9999FF"/>
              </a:buClr>
              <a:buSzPct val="65000"/>
              <a:buFont typeface="Wingdings" charset="2"/>
              <a:buChar char="n"/>
              <a:defRPr sz="2000">
                <a:solidFill>
                  <a:schemeClr val="bg2"/>
                </a:solidFill>
                <a:latin typeface="Tahoma" charset="0"/>
              </a:defRPr>
            </a:lvl3pPr>
            <a:lvl4pPr marL="1600200" indent="-228600" algn="l">
              <a:spcBef>
                <a:spcPct val="20000"/>
              </a:spcBef>
              <a:buClr>
                <a:srgbClr val="9999FF"/>
              </a:buClr>
              <a:buSzPct val="65000"/>
              <a:buFont typeface="Wingdings" charset="2"/>
              <a:buChar char="n"/>
              <a:defRPr>
                <a:solidFill>
                  <a:schemeClr val="bg2"/>
                </a:solidFill>
                <a:latin typeface="Tahoma" charset="0"/>
              </a:defRPr>
            </a:lvl4pPr>
            <a:lvl5pPr marL="2057400" indent="-228600" algn="l">
              <a:spcBef>
                <a:spcPct val="20000"/>
              </a:spcBef>
              <a:buClr>
                <a:srgbClr val="9999FF"/>
              </a:buClr>
              <a:buSzPct val="65000"/>
              <a:buFont typeface="Wingdings" charset="2"/>
              <a:buChar char="n"/>
              <a:defRPr>
                <a:solidFill>
                  <a:schemeClr val="bg2"/>
                </a:solidFill>
                <a:latin typeface="Tahoma" charset="0"/>
              </a:defRPr>
            </a:lvl5pPr>
            <a:lvl6pPr marL="25146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6pPr>
            <a:lvl7pPr marL="29718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7pPr>
            <a:lvl8pPr marL="34290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8pPr>
            <a:lvl9pPr marL="38862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9pPr>
          </a:lstStyle>
          <a:p>
            <a:pPr marL="514350" indent="-514350">
              <a:buClr>
                <a:schemeClr val="tx1"/>
              </a:buClr>
              <a:buSzPct val="90000"/>
              <a:buFont typeface="+mj-ea"/>
              <a:buAutoNum type="circleNumDbPlain"/>
            </a:pPr>
            <a:r>
              <a:rPr lang="en-US" altLang="zh-CN" sz="3200" dirty="0" smtClean="0">
                <a:solidFill>
                  <a:schemeClr val="accent6"/>
                </a:solidFill>
              </a:rPr>
              <a:t>use</a:t>
            </a:r>
            <a:r>
              <a:rPr lang="zh-CN" altLang="en-US" sz="3200" dirty="0" smtClean="0">
                <a:solidFill>
                  <a:schemeClr val="accent6"/>
                </a:solidFill>
              </a:rPr>
              <a:t> </a:t>
            </a:r>
            <a:r>
              <a:rPr lang="en-US" altLang="zh-CN" sz="3200" dirty="0" smtClean="0">
                <a:solidFill>
                  <a:schemeClr val="accent6"/>
                </a:solidFill>
              </a:rPr>
              <a:t>substitution</a:t>
            </a:r>
            <a:r>
              <a:rPr lang="zh-CN" altLang="en-US" sz="3200" dirty="0" smtClean="0">
                <a:solidFill>
                  <a:schemeClr val="accent6"/>
                </a:solidFill>
              </a:rPr>
              <a:t> </a:t>
            </a:r>
            <a:r>
              <a:rPr lang="en-US" altLang="zh-CN" sz="3200" dirty="0" smtClean="0">
                <a:solidFill>
                  <a:schemeClr val="accent6"/>
                </a:solidFill>
              </a:rPr>
              <a:t>to</a:t>
            </a:r>
            <a:r>
              <a:rPr lang="zh-CN" altLang="en-US" sz="3200" dirty="0" smtClean="0">
                <a:solidFill>
                  <a:schemeClr val="accent6"/>
                </a:solidFill>
              </a:rPr>
              <a:t> </a:t>
            </a:r>
            <a:r>
              <a:rPr lang="en-US" altLang="zh-CN" sz="3200" dirty="0" smtClean="0">
                <a:solidFill>
                  <a:schemeClr val="accent6"/>
                </a:solidFill>
              </a:rPr>
              <a:t>r</a:t>
            </a:r>
            <a:r>
              <a:rPr lang="en-US" altLang="zh-CN" sz="3200" dirty="0" smtClean="0">
                <a:solidFill>
                  <a:schemeClr val="accent6"/>
                </a:solidFill>
              </a:rPr>
              <a:t>earrange</a:t>
            </a:r>
            <a:r>
              <a:rPr lang="zh-CN" altLang="en-US" sz="3200" dirty="0" smtClean="0">
                <a:solidFill>
                  <a:schemeClr val="accent6"/>
                </a:solidFill>
              </a:rPr>
              <a:t> </a:t>
            </a:r>
            <a:r>
              <a:rPr lang="en-US" altLang="zh-CN" sz="3200" dirty="0" smtClean="0">
                <a:solidFill>
                  <a:schemeClr val="accent6"/>
                </a:solidFill>
              </a:rPr>
              <a:t>the</a:t>
            </a:r>
            <a:r>
              <a:rPr lang="zh-CN" altLang="en-US" sz="3200" dirty="0" smtClean="0">
                <a:solidFill>
                  <a:schemeClr val="accent6"/>
                </a:solidFill>
              </a:rPr>
              <a:t> </a:t>
            </a:r>
            <a:r>
              <a:rPr lang="en-US" altLang="zh-CN" sz="3200" dirty="0" smtClean="0">
                <a:solidFill>
                  <a:schemeClr val="accent6"/>
                </a:solidFill>
              </a:rPr>
              <a:t>equation</a:t>
            </a:r>
          </a:p>
          <a:p>
            <a:pPr marL="514350" indent="-514350">
              <a:buClr>
                <a:schemeClr val="tx1"/>
              </a:buClr>
              <a:buSzPct val="90000"/>
              <a:buFont typeface="+mj-ea"/>
              <a:buAutoNum type="circleNumDbPlain"/>
            </a:pPr>
            <a:endParaRPr lang="en-US" altLang="zh-CN" sz="3200" dirty="0">
              <a:solidFill>
                <a:schemeClr val="accent6"/>
              </a:solidFill>
            </a:endParaRPr>
          </a:p>
          <a:p>
            <a:pPr marL="514350" indent="-514350">
              <a:buClr>
                <a:schemeClr val="tx1"/>
              </a:buClr>
              <a:buSzPct val="90000"/>
              <a:buFont typeface="+mj-ea"/>
              <a:buAutoNum type="circleNumDbPlain"/>
            </a:pPr>
            <a:endParaRPr lang="en-US" altLang="zh-CN" sz="3200" dirty="0" smtClean="0">
              <a:solidFill>
                <a:schemeClr val="accent6"/>
              </a:solidFill>
            </a:endParaRPr>
          </a:p>
          <a:p>
            <a:pPr marL="514350" indent="-514350">
              <a:buClr>
                <a:schemeClr val="tx1"/>
              </a:buClr>
              <a:buSzPct val="90000"/>
              <a:buFont typeface="+mj-ea"/>
              <a:buAutoNum type="circleNumDbPlain"/>
            </a:pPr>
            <a:endParaRPr lang="en-US" altLang="zh-CN" sz="3200" dirty="0">
              <a:solidFill>
                <a:schemeClr val="accent6"/>
              </a:solidFill>
            </a:endParaRPr>
          </a:p>
          <a:p>
            <a:pPr marL="514350" indent="-514350">
              <a:buClr>
                <a:schemeClr val="tx1"/>
              </a:buClr>
              <a:buSzPct val="90000"/>
              <a:buFont typeface="+mj-ea"/>
              <a:buAutoNum type="circleNumDbPlain"/>
            </a:pPr>
            <a:endParaRPr lang="en-US" altLang="zh-CN" sz="3200" dirty="0" smtClean="0">
              <a:solidFill>
                <a:schemeClr val="accent6"/>
              </a:solidFill>
            </a:endParaRPr>
          </a:p>
          <a:p>
            <a:pPr marL="514350" indent="-514350">
              <a:buClr>
                <a:schemeClr val="tx1"/>
              </a:buClr>
              <a:buSzPct val="90000"/>
              <a:buFont typeface="+mj-ea"/>
              <a:buAutoNum type="circleNumDbPlain"/>
            </a:pPr>
            <a:r>
              <a:rPr lang="en-US" altLang="zh-CN" sz="3200" dirty="0" smtClean="0">
                <a:solidFill>
                  <a:schemeClr val="accent6"/>
                </a:solidFill>
              </a:rPr>
              <a:t>Complete</a:t>
            </a:r>
            <a:r>
              <a:rPr lang="zh-CN" altLang="en-US" sz="3200" dirty="0" smtClean="0">
                <a:solidFill>
                  <a:schemeClr val="accent6"/>
                </a:solidFill>
              </a:rPr>
              <a:t> </a:t>
            </a:r>
            <a:r>
              <a:rPr lang="en-US" altLang="zh-CN" sz="3200" dirty="0" smtClean="0">
                <a:solidFill>
                  <a:schemeClr val="accent6"/>
                </a:solidFill>
              </a:rPr>
              <a:t>the</a:t>
            </a:r>
            <a:r>
              <a:rPr lang="zh-CN" altLang="en-US" sz="3200" dirty="0" smtClean="0">
                <a:solidFill>
                  <a:schemeClr val="accent6"/>
                </a:solidFill>
              </a:rPr>
              <a:t> </a:t>
            </a:r>
            <a:r>
              <a:rPr lang="en-US" altLang="zh-CN" sz="3200" dirty="0" smtClean="0">
                <a:solidFill>
                  <a:schemeClr val="accent6"/>
                </a:solidFill>
              </a:rPr>
              <a:t>table</a:t>
            </a:r>
            <a:endParaRPr lang="en-US" altLang="zh-CN" sz="2800" dirty="0" smtClean="0">
              <a:solidFill>
                <a:schemeClr val="accent6"/>
              </a:solidFill>
            </a:endParaRPr>
          </a:p>
        </p:txBody>
      </p:sp>
      <p:graphicFrame>
        <p:nvGraphicFramePr>
          <p:cNvPr id="55910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75107"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5" name="图片 4"/>
          <p:cNvPicPr>
            <a:picLocks noChangeAspect="1"/>
          </p:cNvPicPr>
          <p:nvPr/>
        </p:nvPicPr>
        <p:blipFill>
          <a:blip r:embed="rId6"/>
          <a:stretch>
            <a:fillRect/>
          </a:stretch>
        </p:blipFill>
        <p:spPr>
          <a:xfrm>
            <a:off x="9190083" y="132"/>
            <a:ext cx="1625600" cy="698500"/>
          </a:xfrm>
          <a:prstGeom prst="rect">
            <a:avLst/>
          </a:prstGeom>
        </p:spPr>
      </p:pic>
      <p:pic>
        <p:nvPicPr>
          <p:cNvPr id="6" name="图片 5"/>
          <p:cNvPicPr>
            <a:picLocks noChangeAspect="1"/>
          </p:cNvPicPr>
          <p:nvPr/>
        </p:nvPicPr>
        <p:blipFill>
          <a:blip r:embed="rId7"/>
          <a:stretch>
            <a:fillRect/>
          </a:stretch>
        </p:blipFill>
        <p:spPr>
          <a:xfrm>
            <a:off x="152556" y="609792"/>
            <a:ext cx="7023100" cy="1041400"/>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152556" y="1669070"/>
                <a:ext cx="11658294" cy="1309333"/>
              </a:xfrm>
              <a:prstGeom prst="rect">
                <a:avLst/>
              </a:prstGeom>
              <a:noFill/>
            </p:spPr>
            <p:txBody>
              <a:bodyPr wrap="square" rtlCol="0">
                <a:spAutoFit/>
              </a:bodyPr>
              <a:lstStyle/>
              <a:p>
                <a:r>
                  <a:rPr kumimoji="1" lang="en-US" altLang="zh-CN" sz="2400" dirty="0" smtClean="0"/>
                  <a:t>Set</a:t>
                </a:r>
                <a:r>
                  <a:rPr kumimoji="1" lang="zh-CN" altLang="en-US" sz="2400" dirty="0" smtClean="0"/>
                  <a:t> </a:t>
                </a:r>
                <a14:m>
                  <m:oMath xmlns:m="http://schemas.openxmlformats.org/officeDocument/2006/math">
                    <m:r>
                      <a:rPr kumimoji="1" lang="en-US" altLang="zh-CN" sz="2400" b="0" i="1" smtClean="0">
                        <a:latin typeface="Cambria Math" charset="0"/>
                      </a:rPr>
                      <m:t>𝑦</m:t>
                    </m:r>
                    <m:r>
                      <a:rPr kumimoji="1" lang="en-US" altLang="zh-CN" sz="2400" b="0" i="1" smtClean="0">
                        <a:latin typeface="Cambria Math" charset="0"/>
                      </a:rPr>
                      <m:t>=</m:t>
                    </m:r>
                    <m:r>
                      <a:rPr kumimoji="1" lang="en-US" altLang="zh-CN" sz="2400" b="0" i="1" smtClean="0">
                        <a:latin typeface="Cambria Math" charset="0"/>
                      </a:rPr>
                      <m:t>𝑅</m:t>
                    </m:r>
                    <m:r>
                      <a:rPr kumimoji="1" lang="zh-CN" altLang="en-US" sz="2400" b="0" i="1" smtClean="0">
                        <a:latin typeface="Cambria Math" charset="0"/>
                      </a:rPr>
                      <m:t> </m:t>
                    </m:r>
                    <m:r>
                      <a:rPr kumimoji="1" lang="en-US" altLang="zh-CN" sz="2400" b="0" i="1" smtClean="0">
                        <a:latin typeface="Cambria Math" charset="0"/>
                      </a:rPr>
                      <m:t>𝑎𝑛𝑑</m:t>
                    </m:r>
                    <m:r>
                      <a:rPr kumimoji="1" lang="zh-CN" altLang="en-US" sz="2400" b="0" i="1" smtClean="0">
                        <a:latin typeface="Cambria Math" charset="0"/>
                      </a:rPr>
                      <m:t> </m:t>
                    </m:r>
                    <m:r>
                      <a:rPr kumimoji="1" lang="en-US" altLang="zh-CN" sz="2400" b="0" i="1" smtClean="0">
                        <a:latin typeface="Cambria Math" charset="0"/>
                      </a:rPr>
                      <m:t>𝑥</m:t>
                    </m:r>
                    <m:r>
                      <a:rPr kumimoji="1" lang="en-US" altLang="zh-CN" sz="2400" b="0" i="1" smtClean="0">
                        <a:latin typeface="Cambria Math" charset="0"/>
                      </a:rPr>
                      <m:t>=</m:t>
                    </m:r>
                    <m:f>
                      <m:fPr>
                        <m:ctrlPr>
                          <a:rPr kumimoji="1" lang="en-US" altLang="zh-CN" sz="2400" b="0" i="1" smtClean="0">
                            <a:latin typeface="Cambria Math" charset="0"/>
                          </a:rPr>
                        </m:ctrlPr>
                      </m:fPr>
                      <m:num>
                        <m:r>
                          <a:rPr kumimoji="1" lang="en-US" altLang="zh-CN" sz="2400" b="0" i="1" smtClean="0">
                            <a:latin typeface="Cambria Math" charset="0"/>
                          </a:rPr>
                          <m:t>1</m:t>
                        </m:r>
                      </m:num>
                      <m:den>
                        <m:sSup>
                          <m:sSupPr>
                            <m:ctrlPr>
                              <a:rPr kumimoji="1" lang="en-US" altLang="zh-CN" sz="2400" b="0" i="1" smtClean="0">
                                <a:latin typeface="Cambria Math" charset="0"/>
                              </a:rPr>
                            </m:ctrlPr>
                          </m:sSupPr>
                          <m:e>
                            <m:r>
                              <a:rPr kumimoji="1" lang="en-US" altLang="zh-CN" sz="2400" b="0" i="1" smtClean="0">
                                <a:latin typeface="Cambria Math" charset="0"/>
                              </a:rPr>
                              <m:t>𝑑</m:t>
                            </m:r>
                          </m:e>
                          <m:sup>
                            <m:r>
                              <a:rPr kumimoji="1" lang="en-US" altLang="zh-CN" sz="2400" b="0" i="1" smtClean="0">
                                <a:latin typeface="Cambria Math" charset="0"/>
                              </a:rPr>
                              <m:t>2</m:t>
                            </m:r>
                          </m:sup>
                        </m:sSup>
                      </m:den>
                    </m:f>
                  </m:oMath>
                </a14:m>
                <a:r>
                  <a:rPr kumimoji="1" lang="en-US" altLang="zh-CN" sz="2400" dirty="0" smtClean="0"/>
                  <a:t>,</a:t>
                </a:r>
                <a:r>
                  <a:rPr kumimoji="1" lang="zh-CN" altLang="en-US" sz="2400" dirty="0" smtClean="0"/>
                  <a:t> </a:t>
                </a:r>
                <a:r>
                  <a:rPr kumimoji="1" lang="en-US" altLang="zh-CN" sz="2400" dirty="0" smtClean="0"/>
                  <a:t>and</a:t>
                </a:r>
                <a:r>
                  <a:rPr kumimoji="1" lang="zh-CN" altLang="en-US" sz="2400" dirty="0" smtClean="0"/>
                  <a:t> </a:t>
                </a:r>
                <a:r>
                  <a:rPr kumimoji="1" lang="en-US" altLang="zh-CN" sz="2400" dirty="0" smtClean="0"/>
                  <a:t>substitute</a:t>
                </a:r>
                <a:r>
                  <a:rPr kumimoji="1" lang="zh-CN" altLang="en-US" sz="2400" dirty="0" smtClean="0"/>
                  <a:t> </a:t>
                </a:r>
                <a:r>
                  <a:rPr kumimoji="1" lang="en-US" altLang="zh-CN" sz="2400" dirty="0" smtClean="0"/>
                  <a:t>them</a:t>
                </a:r>
                <a:r>
                  <a:rPr kumimoji="1" lang="zh-CN" altLang="en-US" sz="2400" dirty="0" smtClean="0"/>
                  <a:t> </a:t>
                </a:r>
                <a:r>
                  <a:rPr kumimoji="1" lang="en-US" altLang="zh-CN" sz="2400" dirty="0" smtClean="0"/>
                  <a:t>into</a:t>
                </a:r>
                <a:r>
                  <a:rPr kumimoji="1" lang="zh-CN" altLang="en-US" sz="2400" dirty="0" smtClean="0"/>
                  <a:t> </a:t>
                </a:r>
                <a:r>
                  <a:rPr kumimoji="1" lang="en-US" altLang="zh-CN" sz="2400" dirty="0" smtClean="0"/>
                  <a:t>the</a:t>
                </a:r>
                <a:r>
                  <a:rPr kumimoji="1" lang="zh-CN" altLang="en-US" sz="2400" dirty="0" smtClean="0"/>
                  <a:t> </a:t>
                </a:r>
                <a:r>
                  <a:rPr kumimoji="1" lang="en-US" altLang="zh-CN" sz="2400" dirty="0" smtClean="0"/>
                  <a:t>equation</a:t>
                </a:r>
                <a:r>
                  <a:rPr kumimoji="1" lang="zh-CN" altLang="en-US" sz="2400" dirty="0" smtClean="0"/>
                  <a:t> </a:t>
                </a:r>
                <a14:m>
                  <m:oMath xmlns:m="http://schemas.openxmlformats.org/officeDocument/2006/math">
                    <m:r>
                      <a:rPr kumimoji="1" lang="en-US" altLang="zh-CN" sz="2400" b="0" i="1" smtClean="0">
                        <a:latin typeface="Cambria Math" charset="0"/>
                      </a:rPr>
                      <m:t>𝑅</m:t>
                    </m:r>
                    <m:r>
                      <a:rPr kumimoji="1" lang="en-US" altLang="zh-CN" sz="2400" b="0" i="1" smtClean="0">
                        <a:latin typeface="Cambria Math" charset="0"/>
                      </a:rPr>
                      <m:t>=</m:t>
                    </m:r>
                    <m:f>
                      <m:fPr>
                        <m:ctrlPr>
                          <a:rPr kumimoji="1" lang="en-US" altLang="zh-CN" sz="2400" b="0" i="1" smtClean="0">
                            <a:latin typeface="Cambria Math" charset="0"/>
                          </a:rPr>
                        </m:ctrlPr>
                      </m:fPr>
                      <m:num>
                        <m:r>
                          <a:rPr kumimoji="1" lang="en-US" altLang="zh-CN" sz="2400" b="0" i="1" smtClean="0">
                            <a:latin typeface="Cambria Math" charset="0"/>
                          </a:rPr>
                          <m:t>4</m:t>
                        </m:r>
                        <m:r>
                          <a:rPr kumimoji="1" lang="en-US" altLang="zh-CN" sz="2400" b="0" i="1" smtClean="0">
                            <a:latin typeface="Cambria Math" charset="0"/>
                          </a:rPr>
                          <m:t>𝜌</m:t>
                        </m:r>
                        <m:r>
                          <a:rPr kumimoji="1" lang="en-US" altLang="zh-CN" sz="2400" b="0" i="1" smtClean="0">
                            <a:latin typeface="Cambria Math" charset="0"/>
                          </a:rPr>
                          <m:t>𝐿</m:t>
                        </m:r>
                      </m:num>
                      <m:den>
                        <m:r>
                          <a:rPr kumimoji="1" lang="en-US" altLang="zh-CN" sz="2400" b="0" i="1" smtClean="0">
                            <a:latin typeface="Cambria Math" charset="0"/>
                          </a:rPr>
                          <m:t>𝜋</m:t>
                        </m:r>
                        <m:sSup>
                          <m:sSupPr>
                            <m:ctrlPr>
                              <a:rPr kumimoji="1" lang="en-US" altLang="zh-CN" sz="2400" b="0" i="1" smtClean="0">
                                <a:latin typeface="Cambria Math" charset="0"/>
                              </a:rPr>
                            </m:ctrlPr>
                          </m:sSupPr>
                          <m:e>
                            <m:r>
                              <a:rPr kumimoji="1" lang="en-US" altLang="zh-CN" sz="2400" b="0" i="1" smtClean="0">
                                <a:latin typeface="Cambria Math" charset="0"/>
                              </a:rPr>
                              <m:t>𝑑</m:t>
                            </m:r>
                          </m:e>
                          <m:sup>
                            <m:r>
                              <a:rPr kumimoji="1" lang="en-US" altLang="zh-CN" sz="2400" b="0" i="1" smtClean="0">
                                <a:latin typeface="Cambria Math" charset="0"/>
                              </a:rPr>
                              <m:t>2</m:t>
                            </m:r>
                          </m:sup>
                        </m:sSup>
                      </m:den>
                    </m:f>
                  </m:oMath>
                </a14:m>
                <a:r>
                  <a:rPr kumimoji="1" lang="en-US" altLang="zh-CN" sz="2400" dirty="0" smtClean="0"/>
                  <a:t>,</a:t>
                </a:r>
                <a:r>
                  <a:rPr kumimoji="1" lang="zh-CN" altLang="en-US" sz="2400" dirty="0" smtClean="0"/>
                  <a:t> </a:t>
                </a:r>
                <a:r>
                  <a:rPr kumimoji="1" lang="en-US" altLang="zh-CN" sz="2400" dirty="0" smtClean="0"/>
                  <a:t>so</a:t>
                </a:r>
                <a:r>
                  <a:rPr kumimoji="1" lang="zh-CN" altLang="en-US" sz="2400" dirty="0" smtClean="0"/>
                  <a:t> </a:t>
                </a:r>
                <a:r>
                  <a:rPr kumimoji="1" lang="en-US" altLang="zh-CN" sz="2400" dirty="0" smtClean="0"/>
                  <a:t>we</a:t>
                </a:r>
                <a:r>
                  <a:rPr kumimoji="1" lang="zh-CN" altLang="en-US" sz="2400" dirty="0" smtClean="0"/>
                  <a:t> </a:t>
                </a:r>
                <a:r>
                  <a:rPr kumimoji="1" lang="en-US" altLang="zh-CN" sz="2400" dirty="0" smtClean="0"/>
                  <a:t>get</a:t>
                </a:r>
              </a:p>
              <a:p>
                <a14:m>
                  <m:oMathPara xmlns:m="http://schemas.openxmlformats.org/officeDocument/2006/math">
                    <m:oMathParaPr>
                      <m:jc m:val="centerGroup"/>
                    </m:oMathParaPr>
                    <m:oMath xmlns:m="http://schemas.openxmlformats.org/officeDocument/2006/math">
                      <m:r>
                        <a:rPr kumimoji="1" lang="en-US" altLang="zh-CN" sz="2400" b="0" i="1" smtClean="0">
                          <a:latin typeface="Cambria Math" charset="0"/>
                        </a:rPr>
                        <m:t>𝑦</m:t>
                      </m:r>
                      <m:r>
                        <a:rPr kumimoji="1" lang="en-US" altLang="zh-CN" sz="2400" b="0" i="1" smtClean="0">
                          <a:latin typeface="Cambria Math" charset="0"/>
                        </a:rPr>
                        <m:t>=</m:t>
                      </m:r>
                      <m:f>
                        <m:fPr>
                          <m:ctrlPr>
                            <a:rPr kumimoji="1" lang="en-US" altLang="zh-CN" sz="2400" b="0" i="1" smtClean="0">
                              <a:latin typeface="Cambria Math" charset="0"/>
                            </a:rPr>
                          </m:ctrlPr>
                        </m:fPr>
                        <m:num>
                          <m:r>
                            <a:rPr kumimoji="1" lang="en-US" altLang="zh-CN" sz="2400" b="0" i="1" smtClean="0">
                              <a:latin typeface="Cambria Math" charset="0"/>
                            </a:rPr>
                            <m:t>4</m:t>
                          </m:r>
                          <m:r>
                            <a:rPr kumimoji="1" lang="en-US" altLang="zh-CN" sz="2400" b="0" i="1" smtClean="0">
                              <a:latin typeface="Cambria Math" charset="0"/>
                            </a:rPr>
                            <m:t>𝜌</m:t>
                          </m:r>
                          <m:r>
                            <a:rPr kumimoji="1" lang="en-US" altLang="zh-CN" sz="2400" b="0" i="1" smtClean="0">
                              <a:latin typeface="Cambria Math" charset="0"/>
                            </a:rPr>
                            <m:t>𝐿</m:t>
                          </m:r>
                        </m:num>
                        <m:den>
                          <m:r>
                            <a:rPr kumimoji="1" lang="en-US" altLang="zh-CN" sz="2400" b="0" i="1" smtClean="0">
                              <a:latin typeface="Cambria Math" charset="0"/>
                            </a:rPr>
                            <m:t>𝜋</m:t>
                          </m:r>
                        </m:den>
                      </m:f>
                      <m:r>
                        <a:rPr kumimoji="1" lang="en-US" altLang="zh-CN" sz="2400" b="0" i="1" smtClean="0">
                          <a:latin typeface="Cambria Math" charset="0"/>
                        </a:rPr>
                        <m:t>𝑥</m:t>
                      </m:r>
                      <m:r>
                        <a:rPr kumimoji="1" lang="en-US" altLang="zh-CN" sz="2400" b="0" i="1" smtClean="0">
                          <a:latin typeface="Cambria Math" charset="0"/>
                        </a:rPr>
                        <m:t>, </m:t>
                      </m:r>
                      <m:r>
                        <a:rPr kumimoji="1" lang="en-US" altLang="zh-CN" sz="2400" b="0" i="1" smtClean="0">
                          <a:latin typeface="Cambria Math" charset="0"/>
                        </a:rPr>
                        <m:t>𝑎𝑛𝑑</m:t>
                      </m:r>
                      <m:r>
                        <a:rPr kumimoji="1" lang="zh-CN" altLang="en-US" sz="2400" b="0" i="1" smtClean="0">
                          <a:latin typeface="Cambria Math" charset="0"/>
                        </a:rPr>
                        <m:t> </m:t>
                      </m:r>
                      <m:r>
                        <a:rPr kumimoji="1" lang="en-US" altLang="zh-CN" sz="2400" b="0" i="1" smtClean="0">
                          <a:latin typeface="Cambria Math" charset="0"/>
                        </a:rPr>
                        <m:t>𝑟𝑒𝑐𝑎𝑙𝑙</m:t>
                      </m:r>
                      <m:r>
                        <a:rPr kumimoji="1" lang="zh-CN" altLang="en-US" sz="2400" b="0" i="1" smtClean="0">
                          <a:latin typeface="Cambria Math" charset="0"/>
                        </a:rPr>
                        <m:t> </m:t>
                      </m:r>
                      <m:r>
                        <a:rPr kumimoji="1" lang="en-US" altLang="zh-CN" sz="2400" b="0" i="1" smtClean="0">
                          <a:latin typeface="Cambria Math" charset="0"/>
                        </a:rPr>
                        <m:t>𝑡h𝑎𝑡</m:t>
                      </m:r>
                      <m:r>
                        <a:rPr kumimoji="1" lang="zh-CN" altLang="en-US" sz="2400" b="0" i="1" smtClean="0">
                          <a:latin typeface="Cambria Math" charset="0"/>
                        </a:rPr>
                        <m:t> </m:t>
                      </m:r>
                      <m:r>
                        <a:rPr kumimoji="1" lang="en-US" altLang="zh-CN" sz="2400" b="0" i="1" smtClean="0">
                          <a:latin typeface="Cambria Math" charset="0"/>
                        </a:rPr>
                        <m:t>𝑦</m:t>
                      </m:r>
                      <m:r>
                        <a:rPr kumimoji="1" lang="en-US" altLang="zh-CN" sz="2400" b="0" i="1" smtClean="0">
                          <a:latin typeface="Cambria Math" charset="0"/>
                        </a:rPr>
                        <m:t>=</m:t>
                      </m:r>
                      <m:r>
                        <a:rPr kumimoji="1" lang="en-US" altLang="zh-CN" sz="2400" b="0" i="1" smtClean="0">
                          <a:latin typeface="Cambria Math" charset="0"/>
                        </a:rPr>
                        <m:t>𝑚𝑥</m:t>
                      </m:r>
                      <m:r>
                        <a:rPr kumimoji="1" lang="en-US" altLang="zh-CN" sz="2400" b="0" i="1" smtClean="0">
                          <a:latin typeface="Cambria Math" charset="0"/>
                        </a:rPr>
                        <m:t>+</m:t>
                      </m:r>
                      <m:r>
                        <a:rPr kumimoji="1" lang="en-US" altLang="zh-CN" sz="2400" b="0" i="1" smtClean="0">
                          <a:latin typeface="Cambria Math" charset="0"/>
                        </a:rPr>
                        <m:t>𝑐</m:t>
                      </m:r>
                      <m:r>
                        <a:rPr kumimoji="1" lang="en-US" altLang="zh-CN" sz="2400" b="0" i="1" smtClean="0">
                          <a:latin typeface="Cambria Math" charset="0"/>
                        </a:rPr>
                        <m:t>, </m:t>
                      </m:r>
                      <m:r>
                        <a:rPr kumimoji="1" lang="en-US" altLang="zh-CN" sz="2400" b="0" i="1" smtClean="0">
                          <a:latin typeface="Cambria Math" charset="0"/>
                        </a:rPr>
                        <m:t>𝑤𝑒</m:t>
                      </m:r>
                      <m:r>
                        <a:rPr kumimoji="1" lang="zh-CN" altLang="en-US" sz="2400" b="0" i="1" smtClean="0">
                          <a:latin typeface="Cambria Math" charset="0"/>
                        </a:rPr>
                        <m:t> </m:t>
                      </m:r>
                      <m:r>
                        <a:rPr kumimoji="1" lang="en-US" altLang="zh-CN" sz="2400" b="0" i="1" smtClean="0">
                          <a:latin typeface="Cambria Math" charset="0"/>
                        </a:rPr>
                        <m:t>𝑟𝑒𝑐𝑜𝑔𝑛𝑖𝑧𝑒</m:t>
                      </m:r>
                      <m:r>
                        <a:rPr kumimoji="1" lang="zh-CN" altLang="en-US" sz="2400" b="0" i="1" smtClean="0">
                          <a:latin typeface="Cambria Math" charset="0"/>
                        </a:rPr>
                        <m:t> </m:t>
                      </m:r>
                      <m:r>
                        <a:rPr kumimoji="1" lang="en-US" altLang="zh-CN" sz="2400" b="0" i="1" smtClean="0">
                          <a:latin typeface="Cambria Math" charset="0"/>
                        </a:rPr>
                        <m:t>𝑡h𝑎𝑡</m:t>
                      </m:r>
                      <m:r>
                        <a:rPr kumimoji="1" lang="zh-CN" altLang="en-US" sz="2400" b="0" i="1" smtClean="0">
                          <a:latin typeface="Cambria Math" charset="0"/>
                        </a:rPr>
                        <m:t> </m:t>
                      </m:r>
                      <m:r>
                        <a:rPr kumimoji="1" lang="en-US" altLang="zh-CN" sz="2400" b="0" i="1" smtClean="0">
                          <a:latin typeface="Cambria Math" charset="0"/>
                        </a:rPr>
                        <m:t>𝑔𝑟𝑎𝑑𝑖𝑒𝑛𝑡</m:t>
                      </m:r>
                      <m:r>
                        <a:rPr kumimoji="1" lang="en-US" altLang="zh-CN" sz="2400" b="0" i="1" smtClean="0">
                          <a:latin typeface="Cambria Math" charset="0"/>
                        </a:rPr>
                        <m:t>=</m:t>
                      </m:r>
                      <m:f>
                        <m:fPr>
                          <m:ctrlPr>
                            <a:rPr kumimoji="1" lang="en-US" altLang="zh-CN" sz="2400" b="0" i="1" smtClean="0">
                              <a:latin typeface="Cambria Math" charset="0"/>
                            </a:rPr>
                          </m:ctrlPr>
                        </m:fPr>
                        <m:num>
                          <m:r>
                            <a:rPr kumimoji="1" lang="en-US" altLang="zh-CN" sz="2400" b="0" i="1" smtClean="0">
                              <a:latin typeface="Cambria Math" charset="0"/>
                            </a:rPr>
                            <m:t>4</m:t>
                          </m:r>
                          <m:r>
                            <a:rPr kumimoji="1" lang="en-US" altLang="zh-CN" sz="2400" b="0" i="1" smtClean="0">
                              <a:latin typeface="Cambria Math" charset="0"/>
                            </a:rPr>
                            <m:t>𝜌</m:t>
                          </m:r>
                          <m:r>
                            <a:rPr kumimoji="1" lang="en-US" altLang="zh-CN" sz="2400" b="0" i="1" smtClean="0">
                              <a:latin typeface="Cambria Math" charset="0"/>
                            </a:rPr>
                            <m:t>𝐿</m:t>
                          </m:r>
                        </m:num>
                        <m:den>
                          <m:r>
                            <a:rPr kumimoji="1" lang="en-US" altLang="zh-CN" sz="2400" b="0" i="1" smtClean="0">
                              <a:latin typeface="Cambria Math" charset="0"/>
                            </a:rPr>
                            <m:t>𝜋</m:t>
                          </m:r>
                        </m:den>
                      </m:f>
                    </m:oMath>
                  </m:oMathPara>
                </a14:m>
                <a:endParaRPr kumimoji="1" lang="zh-CN" altLang="en-US" sz="2400" dirty="0"/>
              </a:p>
            </p:txBody>
          </p:sp>
        </mc:Choice>
        <mc:Fallback>
          <p:sp>
            <p:nvSpPr>
              <p:cNvPr id="7" name="文本框 6"/>
              <p:cNvSpPr txBox="1">
                <a:spLocks noRot="1" noChangeAspect="1" noMove="1" noResize="1" noEditPoints="1" noAdjustHandles="1" noChangeArrowheads="1" noChangeShapeType="1" noTextEdit="1"/>
              </p:cNvSpPr>
              <p:nvPr/>
            </p:nvSpPr>
            <p:spPr>
              <a:xfrm>
                <a:off x="152556" y="1669070"/>
                <a:ext cx="11658294" cy="1309333"/>
              </a:xfrm>
              <a:prstGeom prst="rect">
                <a:avLst/>
              </a:prstGeom>
              <a:blipFill rotWithShape="0">
                <a:blip r:embed="rId8"/>
                <a:stretch>
                  <a:fillRect l="-785"/>
                </a:stretch>
              </a:blipFill>
            </p:spPr>
            <p:txBody>
              <a:bodyPr/>
              <a:lstStyle/>
              <a:p>
                <a:r>
                  <a:rPr lang="zh-CN" altLang="en-US">
                    <a:noFill/>
                  </a:rPr>
                  <a:t> </a:t>
                </a:r>
              </a:p>
            </p:txBody>
          </p:sp>
        </mc:Fallback>
      </mc:AlternateContent>
      <p:pic>
        <p:nvPicPr>
          <p:cNvPr id="8" name="图片 7"/>
          <p:cNvPicPr>
            <a:picLocks noChangeAspect="1"/>
          </p:cNvPicPr>
          <p:nvPr/>
        </p:nvPicPr>
        <p:blipFill>
          <a:blip r:embed="rId9"/>
          <a:stretch>
            <a:fillRect/>
          </a:stretch>
        </p:blipFill>
        <p:spPr>
          <a:xfrm>
            <a:off x="4757783" y="2996341"/>
            <a:ext cx="6057900" cy="1905000"/>
          </a:xfrm>
          <a:prstGeom prst="rect">
            <a:avLst/>
          </a:prstGeom>
        </p:spPr>
      </p:pic>
      <p:sp>
        <p:nvSpPr>
          <p:cNvPr id="12" name="文本框 11"/>
          <p:cNvSpPr txBox="1"/>
          <p:nvPr/>
        </p:nvSpPr>
        <p:spPr>
          <a:xfrm>
            <a:off x="324003" y="4901341"/>
            <a:ext cx="11658294" cy="1938992"/>
          </a:xfrm>
          <a:prstGeom prst="rect">
            <a:avLst/>
          </a:prstGeom>
          <a:noFill/>
        </p:spPr>
        <p:txBody>
          <a:bodyPr wrap="square" rtlCol="0">
            <a:spAutoFit/>
          </a:bodyPr>
          <a:lstStyle/>
          <a:p>
            <a:pPr marL="342900" indent="-342900">
              <a:buFont typeface="Arial" charset="0"/>
              <a:buChar char="•"/>
            </a:pPr>
            <a:r>
              <a:rPr kumimoji="1" lang="en-US" altLang="zh-CN" sz="2000" dirty="0" smtClean="0"/>
              <a:t>headings</a:t>
            </a:r>
            <a:r>
              <a:rPr kumimoji="1" lang="zh-CN" altLang="en-US" sz="2000" dirty="0" smtClean="0"/>
              <a:t> </a:t>
            </a:r>
            <a:r>
              <a:rPr kumimoji="1" lang="en-US" altLang="zh-CN" sz="2000" dirty="0" smtClean="0"/>
              <a:t>with</a:t>
            </a:r>
            <a:r>
              <a:rPr kumimoji="1" lang="zh-CN" altLang="en-US" sz="2000" dirty="0" smtClean="0"/>
              <a:t> </a:t>
            </a:r>
            <a:r>
              <a:rPr kumimoji="1" lang="en-US" altLang="zh-CN" sz="2000" dirty="0" smtClean="0"/>
              <a:t>units</a:t>
            </a:r>
            <a:r>
              <a:rPr kumimoji="1" lang="zh-CN" altLang="en-US" sz="2000" dirty="0" smtClean="0"/>
              <a:t> </a:t>
            </a:r>
            <a:r>
              <a:rPr kumimoji="1" lang="en-US" altLang="zh-CN" sz="2000" dirty="0" smtClean="0"/>
              <a:t>(sometimes</a:t>
            </a:r>
            <a:r>
              <a:rPr kumimoji="1" lang="zh-CN" altLang="en-US" sz="2000" dirty="0" smtClean="0"/>
              <a:t> </a:t>
            </a:r>
            <a:r>
              <a:rPr kumimoji="1" lang="en-US" altLang="zh-CN" sz="2000" dirty="0" smtClean="0"/>
              <a:t>including</a:t>
            </a:r>
            <a:r>
              <a:rPr kumimoji="1" lang="zh-CN" altLang="en-US" sz="2000" dirty="0" smtClean="0"/>
              <a:t> </a:t>
            </a:r>
            <a:r>
              <a:rPr kumimoji="1" lang="en-US" altLang="zh-CN" sz="2000" dirty="0" smtClean="0"/>
              <a:t>power</a:t>
            </a:r>
            <a:r>
              <a:rPr kumimoji="1" lang="zh-CN" altLang="en-US" sz="2000" dirty="0" smtClean="0"/>
              <a:t> </a:t>
            </a:r>
            <a:r>
              <a:rPr kumimoji="1" lang="en-US" altLang="zh-CN" sz="2000" dirty="0" smtClean="0"/>
              <a:t>of</a:t>
            </a:r>
            <a:r>
              <a:rPr kumimoji="1" lang="zh-CN" altLang="en-US" sz="2000" dirty="0" smtClean="0"/>
              <a:t> </a:t>
            </a:r>
            <a:r>
              <a:rPr kumimoji="1" lang="en-US" altLang="zh-CN" sz="2000" dirty="0" smtClean="0"/>
              <a:t>ten)</a:t>
            </a:r>
          </a:p>
          <a:p>
            <a:pPr marL="342900" indent="-342900">
              <a:buFont typeface="Arial" charset="0"/>
              <a:buChar char="•"/>
            </a:pPr>
            <a:r>
              <a:rPr kumimoji="1" lang="en-US" altLang="zh-CN" sz="2000" dirty="0" smtClean="0"/>
              <a:t>correct</a:t>
            </a:r>
            <a:r>
              <a:rPr kumimoji="1" lang="zh-CN" altLang="en-US" sz="2000" dirty="0" smtClean="0"/>
              <a:t> </a:t>
            </a:r>
            <a:r>
              <a:rPr kumimoji="1" lang="en-US" altLang="zh-CN" sz="2000" dirty="0" smtClean="0"/>
              <a:t>calculation</a:t>
            </a:r>
            <a:r>
              <a:rPr kumimoji="1" lang="zh-CN" altLang="en-US" sz="2000" dirty="0" smtClean="0"/>
              <a:t> </a:t>
            </a:r>
            <a:r>
              <a:rPr kumimoji="1" lang="en-US" altLang="zh-CN" sz="2000" dirty="0" smtClean="0"/>
              <a:t>of</a:t>
            </a:r>
            <a:r>
              <a:rPr kumimoji="1" lang="zh-CN" altLang="en-US" sz="2000" dirty="0" smtClean="0"/>
              <a:t> </a:t>
            </a:r>
            <a:r>
              <a:rPr kumimoji="1" lang="en-US" altLang="zh-CN" sz="2000" dirty="0" smtClean="0"/>
              <a:t>mean</a:t>
            </a:r>
            <a:r>
              <a:rPr kumimoji="1" lang="zh-CN" altLang="en-US" sz="2000" dirty="0" smtClean="0"/>
              <a:t> </a:t>
            </a:r>
            <a:r>
              <a:rPr kumimoji="1" lang="en-US" altLang="zh-CN" sz="2000" dirty="0" smtClean="0"/>
              <a:t>value</a:t>
            </a:r>
            <a:r>
              <a:rPr kumimoji="1" lang="zh-CN" altLang="en-US" sz="2000" dirty="0" smtClean="0"/>
              <a:t> </a:t>
            </a:r>
            <a:r>
              <a:rPr kumimoji="1" lang="en-US" altLang="zh-CN" sz="2000" dirty="0" smtClean="0"/>
              <a:t>with</a:t>
            </a:r>
            <a:r>
              <a:rPr kumimoji="1" lang="zh-CN" altLang="en-US" sz="2000" dirty="0" smtClean="0"/>
              <a:t> </a:t>
            </a:r>
            <a:r>
              <a:rPr kumimoji="1" lang="en-US" altLang="zh-CN" sz="2000" dirty="0" smtClean="0"/>
              <a:t>correct</a:t>
            </a:r>
            <a:r>
              <a:rPr kumimoji="1" lang="zh-CN" altLang="en-US" sz="2000" dirty="0" smtClean="0"/>
              <a:t> </a:t>
            </a:r>
            <a:r>
              <a:rPr kumimoji="1" lang="en-US" altLang="zh-CN" sz="2000" dirty="0" err="1" smtClean="0"/>
              <a:t>s.f.</a:t>
            </a:r>
            <a:r>
              <a:rPr kumimoji="1" lang="zh-CN" altLang="en-US" sz="2000" dirty="0" smtClean="0"/>
              <a:t> 乘除法计算所得保留到参与计算的数据中拥有最少有效数位的那个量一样的有效数位或者多</a:t>
            </a:r>
            <a:r>
              <a:rPr kumimoji="1" lang="en-US" altLang="zh-CN" sz="2000" dirty="0" smtClean="0"/>
              <a:t>1</a:t>
            </a:r>
            <a:r>
              <a:rPr kumimoji="1" lang="zh-CN" altLang="en-US" sz="2000" dirty="0" smtClean="0"/>
              <a:t>位，比如这里参与计算的只有</a:t>
            </a:r>
            <a:r>
              <a:rPr kumimoji="1" lang="en-US" altLang="zh-CN" sz="2000" dirty="0" smtClean="0"/>
              <a:t>d</a:t>
            </a:r>
            <a:r>
              <a:rPr kumimoji="1" lang="zh-CN" altLang="en-US" sz="2000" dirty="0" smtClean="0"/>
              <a:t>，那么计算后保留</a:t>
            </a:r>
            <a:r>
              <a:rPr kumimoji="1" lang="en-US" altLang="zh-CN" sz="2000" dirty="0" smtClean="0"/>
              <a:t>2</a:t>
            </a:r>
            <a:r>
              <a:rPr kumimoji="1" lang="zh-CN" altLang="en-US" sz="2000" dirty="0" smtClean="0"/>
              <a:t>位或者</a:t>
            </a:r>
            <a:r>
              <a:rPr kumimoji="1" lang="en-US" altLang="zh-CN" sz="2000" dirty="0" smtClean="0"/>
              <a:t>3</a:t>
            </a:r>
            <a:r>
              <a:rPr kumimoji="1" lang="zh-CN" altLang="en-US" sz="2000" dirty="0" smtClean="0"/>
              <a:t>位。</a:t>
            </a:r>
            <a:endParaRPr kumimoji="1" lang="en-US" altLang="zh-CN" sz="2000" dirty="0" smtClean="0"/>
          </a:p>
          <a:p>
            <a:pPr marL="342900" indent="-342900">
              <a:buFont typeface="Arial" charset="0"/>
              <a:buChar char="•"/>
            </a:pPr>
            <a:r>
              <a:rPr kumimoji="1" lang="en-US" altLang="zh-CN" sz="2000" dirty="0" smtClean="0"/>
              <a:t>uncertainty</a:t>
            </a:r>
            <a:r>
              <a:rPr kumimoji="1" lang="zh-CN" altLang="en-US" sz="2000" dirty="0" smtClean="0"/>
              <a:t> </a:t>
            </a:r>
            <a:r>
              <a:rPr kumimoji="1" lang="en-US" altLang="zh-CN" sz="2000" dirty="0" smtClean="0"/>
              <a:t>(</a:t>
            </a:r>
            <a:r>
              <a:rPr kumimoji="1" lang="zh-CN" altLang="en-US" sz="2000" dirty="0" smtClean="0"/>
              <a:t>可以计算最大值</a:t>
            </a:r>
            <a:r>
              <a:rPr kumimoji="1" lang="en-US" altLang="zh-CN" sz="2000" dirty="0" smtClean="0"/>
              <a:t>-</a:t>
            </a:r>
            <a:r>
              <a:rPr kumimoji="1" lang="zh-CN" altLang="en-US" sz="2000" dirty="0" smtClean="0"/>
              <a:t>平均值，平均值</a:t>
            </a:r>
            <a:r>
              <a:rPr kumimoji="1" lang="en-US" altLang="zh-CN" sz="2000" dirty="0" smtClean="0"/>
              <a:t>-</a:t>
            </a:r>
            <a:r>
              <a:rPr kumimoji="1" lang="zh-CN" altLang="en-US" sz="2000" dirty="0" smtClean="0"/>
              <a:t>最小值，（最大值</a:t>
            </a:r>
            <a:r>
              <a:rPr kumimoji="1" lang="en-US" altLang="zh-CN" sz="2000" dirty="0" smtClean="0"/>
              <a:t>-</a:t>
            </a:r>
            <a:r>
              <a:rPr kumimoji="1" lang="zh-CN" altLang="en-US" sz="2000" dirty="0" smtClean="0"/>
              <a:t>最小值）</a:t>
            </a:r>
            <a:r>
              <a:rPr kumimoji="1" lang="en-US" altLang="zh-CN" sz="2000" dirty="0" smtClean="0"/>
              <a:t>/2</a:t>
            </a:r>
            <a:r>
              <a:rPr kumimoji="1" lang="zh-CN" altLang="en-US" sz="2000" dirty="0" smtClean="0"/>
              <a:t> 等方法求得平均值，一般保留</a:t>
            </a:r>
            <a:r>
              <a:rPr kumimoji="1" lang="en-US" altLang="zh-CN" sz="2000" dirty="0" smtClean="0"/>
              <a:t>1~2</a:t>
            </a:r>
            <a:r>
              <a:rPr kumimoji="1" lang="zh-CN" altLang="en-US" sz="2000" dirty="0" smtClean="0"/>
              <a:t>位 </a:t>
            </a:r>
            <a:r>
              <a:rPr kumimoji="1" lang="en-US" altLang="zh-CN" sz="2000" dirty="0" err="1" smtClean="0"/>
              <a:t>s.f.</a:t>
            </a:r>
            <a:r>
              <a:rPr kumimoji="1" lang="en-US" altLang="zh-CN" sz="2000" dirty="0" smtClean="0"/>
              <a:t>)</a:t>
            </a:r>
            <a:endParaRPr kumimoji="1" lang="zh-CN" altLang="en-US" sz="2000" dirty="0"/>
          </a:p>
        </p:txBody>
      </p:sp>
    </p:spTree>
    <p:extLst>
      <p:ext uri="{BB962C8B-B14F-4D97-AF65-F5344CB8AC3E}">
        <p14:creationId xmlns:p14="http://schemas.microsoft.com/office/powerpoint/2010/main" val="354129130"/>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42" name="Rectangle 38"/>
          <p:cNvSpPr>
            <a:spLocks noChangeArrowheads="1"/>
          </p:cNvSpPr>
          <p:nvPr/>
        </p:nvSpPr>
        <p:spPr bwMode="auto">
          <a:xfrm>
            <a:off x="304952" y="704699"/>
            <a:ext cx="11734492" cy="1428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rgbClr val="9999FF"/>
              </a:buClr>
              <a:buSzPct val="80000"/>
              <a:buFont typeface="Wingdings" charset="2"/>
              <a:buChar char="q"/>
              <a:defRPr sz="2800">
                <a:solidFill>
                  <a:schemeClr val="bg2"/>
                </a:solidFill>
                <a:latin typeface="Tahoma" charset="0"/>
              </a:defRPr>
            </a:lvl1pPr>
            <a:lvl2pPr marL="742950" indent="-285750" algn="l">
              <a:spcBef>
                <a:spcPct val="20000"/>
              </a:spcBef>
              <a:buClr>
                <a:srgbClr val="9999FF"/>
              </a:buClr>
              <a:buSzPct val="65000"/>
              <a:buFont typeface="Wingdings" charset="2"/>
              <a:buChar char="n"/>
              <a:defRPr sz="2400">
                <a:solidFill>
                  <a:schemeClr val="bg2"/>
                </a:solidFill>
                <a:latin typeface="Tahoma" charset="0"/>
              </a:defRPr>
            </a:lvl2pPr>
            <a:lvl3pPr marL="1143000" indent="-228600" algn="l">
              <a:spcBef>
                <a:spcPct val="20000"/>
              </a:spcBef>
              <a:buClr>
                <a:srgbClr val="9999FF"/>
              </a:buClr>
              <a:buSzPct val="65000"/>
              <a:buFont typeface="Wingdings" charset="2"/>
              <a:buChar char="n"/>
              <a:defRPr sz="2000">
                <a:solidFill>
                  <a:schemeClr val="bg2"/>
                </a:solidFill>
                <a:latin typeface="Tahoma" charset="0"/>
              </a:defRPr>
            </a:lvl3pPr>
            <a:lvl4pPr marL="1600200" indent="-228600" algn="l">
              <a:spcBef>
                <a:spcPct val="20000"/>
              </a:spcBef>
              <a:buClr>
                <a:srgbClr val="9999FF"/>
              </a:buClr>
              <a:buSzPct val="65000"/>
              <a:buFont typeface="Wingdings" charset="2"/>
              <a:buChar char="n"/>
              <a:defRPr>
                <a:solidFill>
                  <a:schemeClr val="bg2"/>
                </a:solidFill>
                <a:latin typeface="Tahoma" charset="0"/>
              </a:defRPr>
            </a:lvl4pPr>
            <a:lvl5pPr marL="2057400" indent="-228600" algn="l">
              <a:spcBef>
                <a:spcPct val="20000"/>
              </a:spcBef>
              <a:buClr>
                <a:srgbClr val="9999FF"/>
              </a:buClr>
              <a:buSzPct val="65000"/>
              <a:buFont typeface="Wingdings" charset="2"/>
              <a:buChar char="n"/>
              <a:defRPr>
                <a:solidFill>
                  <a:schemeClr val="bg2"/>
                </a:solidFill>
                <a:latin typeface="Tahoma" charset="0"/>
              </a:defRPr>
            </a:lvl5pPr>
            <a:lvl6pPr marL="25146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6pPr>
            <a:lvl7pPr marL="29718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7pPr>
            <a:lvl8pPr marL="34290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8pPr>
            <a:lvl9pPr marL="38862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9pPr>
          </a:lstStyle>
          <a:p>
            <a:r>
              <a:rPr lang="en-US" altLang="zh-CN" sz="2600" dirty="0" smtClean="0">
                <a:solidFill>
                  <a:schemeClr val="accent6"/>
                </a:solidFill>
              </a:rPr>
              <a:t>Plot</a:t>
            </a:r>
            <a:r>
              <a:rPr lang="zh-CN" altLang="en-US" sz="2600" dirty="0" smtClean="0">
                <a:solidFill>
                  <a:schemeClr val="accent6"/>
                </a:solidFill>
              </a:rPr>
              <a:t> </a:t>
            </a:r>
            <a:r>
              <a:rPr lang="en-US" altLang="zh-CN" sz="2600" dirty="0" smtClean="0">
                <a:solidFill>
                  <a:schemeClr val="accent6"/>
                </a:solidFill>
              </a:rPr>
              <a:t>a</a:t>
            </a:r>
            <a:r>
              <a:rPr lang="zh-CN" altLang="en-US" sz="2600" dirty="0" smtClean="0">
                <a:solidFill>
                  <a:schemeClr val="accent6"/>
                </a:solidFill>
              </a:rPr>
              <a:t> </a:t>
            </a:r>
            <a:r>
              <a:rPr lang="en-US" altLang="zh-CN" sz="2600" dirty="0" smtClean="0">
                <a:solidFill>
                  <a:schemeClr val="accent6"/>
                </a:solidFill>
              </a:rPr>
              <a:t>graph</a:t>
            </a:r>
            <a:endParaRPr lang="en-US" altLang="zh-CN" sz="2600" dirty="0">
              <a:solidFill>
                <a:schemeClr val="accent6"/>
              </a:solidFill>
            </a:endParaRPr>
          </a:p>
          <a:p>
            <a:r>
              <a:rPr lang="en-US" altLang="zh-CN" sz="2600" dirty="0" smtClean="0">
                <a:solidFill>
                  <a:schemeClr val="accent6"/>
                </a:solidFill>
              </a:rPr>
              <a:t>Best/worst</a:t>
            </a:r>
            <a:r>
              <a:rPr lang="zh-CN" altLang="en-US" sz="2600" dirty="0" smtClean="0">
                <a:solidFill>
                  <a:schemeClr val="accent6"/>
                </a:solidFill>
              </a:rPr>
              <a:t> </a:t>
            </a:r>
            <a:r>
              <a:rPr lang="en-US" altLang="zh-CN" sz="2600" dirty="0" smtClean="0">
                <a:solidFill>
                  <a:schemeClr val="accent6"/>
                </a:solidFill>
              </a:rPr>
              <a:t>line</a:t>
            </a:r>
            <a:r>
              <a:rPr lang="zh-CN" altLang="en-US" sz="2600" dirty="0" smtClean="0">
                <a:solidFill>
                  <a:schemeClr val="accent6"/>
                </a:solidFill>
              </a:rPr>
              <a:t> </a:t>
            </a:r>
            <a:r>
              <a:rPr lang="en-US" altLang="zh-CN" sz="2600" dirty="0" smtClean="0">
                <a:solidFill>
                  <a:schemeClr val="accent6"/>
                </a:solidFill>
              </a:rPr>
              <a:t>+</a:t>
            </a:r>
            <a:r>
              <a:rPr lang="zh-CN" altLang="en-US" sz="2600" dirty="0" smtClean="0">
                <a:solidFill>
                  <a:schemeClr val="accent6"/>
                </a:solidFill>
              </a:rPr>
              <a:t> </a:t>
            </a:r>
            <a:r>
              <a:rPr lang="en-US" altLang="zh-CN" sz="2600" dirty="0" smtClean="0">
                <a:solidFill>
                  <a:schemeClr val="accent6"/>
                </a:solidFill>
              </a:rPr>
              <a:t>Determine</a:t>
            </a:r>
            <a:r>
              <a:rPr lang="zh-CN" altLang="en-US" sz="2600" dirty="0" smtClean="0">
                <a:solidFill>
                  <a:schemeClr val="accent6"/>
                </a:solidFill>
              </a:rPr>
              <a:t> </a:t>
            </a:r>
            <a:r>
              <a:rPr lang="en-US" altLang="zh-CN" sz="2600" dirty="0" smtClean="0">
                <a:solidFill>
                  <a:schemeClr val="accent6"/>
                </a:solidFill>
              </a:rPr>
              <a:t>gradient(uncertainty)</a:t>
            </a:r>
          </a:p>
          <a:p>
            <a:r>
              <a:rPr lang="en-US" altLang="zh-CN" sz="2600" dirty="0" smtClean="0">
                <a:solidFill>
                  <a:schemeClr val="accent6"/>
                </a:solidFill>
              </a:rPr>
              <a:t>Calculate</a:t>
            </a:r>
            <a:r>
              <a:rPr lang="zh-CN" altLang="en-US" sz="2600" dirty="0" smtClean="0">
                <a:solidFill>
                  <a:schemeClr val="accent6"/>
                </a:solidFill>
              </a:rPr>
              <a:t> </a:t>
            </a:r>
            <a:r>
              <a:rPr lang="en-US" altLang="zh-CN" sz="2600" dirty="0" smtClean="0">
                <a:solidFill>
                  <a:schemeClr val="accent6"/>
                </a:solidFill>
              </a:rPr>
              <a:t>some</a:t>
            </a:r>
            <a:r>
              <a:rPr lang="zh-CN" altLang="en-US" sz="2600" dirty="0" smtClean="0">
                <a:solidFill>
                  <a:schemeClr val="accent6"/>
                </a:solidFill>
              </a:rPr>
              <a:t> </a:t>
            </a:r>
            <a:r>
              <a:rPr lang="en-US" altLang="zh-CN" sz="2600" dirty="0" smtClean="0">
                <a:solidFill>
                  <a:schemeClr val="accent6"/>
                </a:solidFill>
              </a:rPr>
              <a:t>constant</a:t>
            </a:r>
            <a:r>
              <a:rPr lang="zh-CN" altLang="en-US" sz="2600" dirty="0" smtClean="0">
                <a:solidFill>
                  <a:schemeClr val="accent6"/>
                </a:solidFill>
              </a:rPr>
              <a:t> </a:t>
            </a:r>
            <a:r>
              <a:rPr lang="en-US" altLang="zh-CN" sz="2600" dirty="0" smtClean="0">
                <a:solidFill>
                  <a:schemeClr val="accent6"/>
                </a:solidFill>
              </a:rPr>
              <a:t>with</a:t>
            </a:r>
            <a:r>
              <a:rPr lang="zh-CN" altLang="en-US" sz="2600" dirty="0" smtClean="0">
                <a:solidFill>
                  <a:schemeClr val="accent6"/>
                </a:solidFill>
              </a:rPr>
              <a:t> </a:t>
            </a:r>
            <a:r>
              <a:rPr lang="en-US" altLang="zh-CN" sz="2600" dirty="0" smtClean="0">
                <a:solidFill>
                  <a:schemeClr val="accent6"/>
                </a:solidFill>
              </a:rPr>
              <a:t>uncertainty</a:t>
            </a:r>
            <a:r>
              <a:rPr lang="zh-CN" altLang="en-US" sz="2600" dirty="0" smtClean="0">
                <a:solidFill>
                  <a:schemeClr val="accent6"/>
                </a:solidFill>
              </a:rPr>
              <a:t> </a:t>
            </a:r>
            <a:r>
              <a:rPr lang="en-US" altLang="zh-CN" sz="2600" dirty="0" smtClean="0">
                <a:solidFill>
                  <a:schemeClr val="accent6"/>
                </a:solidFill>
              </a:rPr>
              <a:t>(related</a:t>
            </a:r>
            <a:r>
              <a:rPr lang="zh-CN" altLang="en-US" sz="2600" dirty="0" smtClean="0">
                <a:solidFill>
                  <a:schemeClr val="accent6"/>
                </a:solidFill>
              </a:rPr>
              <a:t> </a:t>
            </a:r>
            <a:r>
              <a:rPr lang="en-US" altLang="zh-CN" sz="2600" dirty="0" smtClean="0">
                <a:solidFill>
                  <a:schemeClr val="accent6"/>
                </a:solidFill>
              </a:rPr>
              <a:t>to</a:t>
            </a:r>
            <a:r>
              <a:rPr lang="zh-CN" altLang="en-US" sz="2600" dirty="0" smtClean="0">
                <a:solidFill>
                  <a:schemeClr val="accent6"/>
                </a:solidFill>
              </a:rPr>
              <a:t> </a:t>
            </a:r>
            <a:r>
              <a:rPr lang="en-US" altLang="zh-CN" sz="2600" dirty="0" smtClean="0">
                <a:solidFill>
                  <a:schemeClr val="accent6"/>
                </a:solidFill>
              </a:rPr>
              <a:t>gradient</a:t>
            </a:r>
            <a:r>
              <a:rPr lang="zh-CN" altLang="en-US" sz="2600" dirty="0" smtClean="0">
                <a:solidFill>
                  <a:schemeClr val="accent6"/>
                </a:solidFill>
              </a:rPr>
              <a:t> </a:t>
            </a:r>
            <a:r>
              <a:rPr lang="en-US" altLang="zh-CN" sz="2600" dirty="0" smtClean="0">
                <a:solidFill>
                  <a:schemeClr val="accent6"/>
                </a:solidFill>
              </a:rPr>
              <a:t>or</a:t>
            </a:r>
            <a:r>
              <a:rPr lang="zh-CN" altLang="en-US" sz="2600" dirty="0" smtClean="0">
                <a:solidFill>
                  <a:schemeClr val="accent6"/>
                </a:solidFill>
              </a:rPr>
              <a:t> </a:t>
            </a:r>
            <a:r>
              <a:rPr lang="en-US" altLang="zh-CN" sz="2600" dirty="0" smtClean="0">
                <a:solidFill>
                  <a:schemeClr val="accent6"/>
                </a:solidFill>
              </a:rPr>
              <a:t>intercepts)</a:t>
            </a:r>
            <a:endParaRPr lang="en-US" altLang="zh-CN" sz="2600" dirty="0" smtClean="0">
              <a:solidFill>
                <a:schemeClr val="accent6"/>
              </a:solidFill>
            </a:endParaRPr>
          </a:p>
          <a:p>
            <a:endParaRPr lang="en-US" altLang="zh-CN" sz="2600" dirty="0" smtClean="0">
              <a:solidFill>
                <a:schemeClr val="accent6"/>
              </a:solidFill>
            </a:endParaRPr>
          </a:p>
        </p:txBody>
      </p:sp>
      <p:sp>
        <p:nvSpPr>
          <p:cNvPr id="559106" name="Rectangle 2"/>
          <p:cNvSpPr>
            <a:spLocks noGrp="1" noChangeArrowheads="1"/>
          </p:cNvSpPr>
          <p:nvPr>
            <p:ph type="title"/>
          </p:nvPr>
        </p:nvSpPr>
        <p:spPr>
          <a:xfrm>
            <a:off x="762140" y="160806"/>
            <a:ext cx="9436100" cy="625517"/>
          </a:xfrm>
        </p:spPr>
        <p:txBody>
          <a:bodyPr/>
          <a:lstStyle/>
          <a:p>
            <a:r>
              <a:rPr lang="en-US" altLang="zh-CN" dirty="0" smtClean="0">
                <a:solidFill>
                  <a:schemeClr val="accent6"/>
                </a:solidFill>
                <a:ea typeface="宋体" charset="-122"/>
              </a:rPr>
              <a:t>Question</a:t>
            </a:r>
            <a:r>
              <a:rPr lang="zh-CN" altLang="en-US" dirty="0" smtClean="0">
                <a:solidFill>
                  <a:schemeClr val="accent6"/>
                </a:solidFill>
                <a:ea typeface="宋体" charset="-122"/>
              </a:rPr>
              <a:t> </a:t>
            </a:r>
            <a:r>
              <a:rPr lang="en-US" altLang="zh-CN" dirty="0">
                <a:solidFill>
                  <a:schemeClr val="accent6"/>
                </a:solidFill>
                <a:ea typeface="宋体" charset="-122"/>
              </a:rPr>
              <a:t>2</a:t>
            </a:r>
            <a:endParaRPr lang="en-US" altLang="zh-CN" dirty="0">
              <a:solidFill>
                <a:schemeClr val="accent6"/>
              </a:solidFill>
              <a:ea typeface="宋体" charset="-122"/>
            </a:endParaRPr>
          </a:p>
        </p:txBody>
      </p:sp>
      <p:graphicFrame>
        <p:nvGraphicFramePr>
          <p:cNvPr id="55910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76132"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4" name="图片 3"/>
          <p:cNvPicPr>
            <a:picLocks noChangeAspect="1"/>
          </p:cNvPicPr>
          <p:nvPr/>
        </p:nvPicPr>
        <p:blipFill>
          <a:blip r:embed="rId6"/>
          <a:stretch>
            <a:fillRect/>
          </a:stretch>
        </p:blipFill>
        <p:spPr>
          <a:xfrm>
            <a:off x="176618" y="2072040"/>
            <a:ext cx="11551459" cy="3109514"/>
          </a:xfrm>
          <a:prstGeom prst="rect">
            <a:avLst/>
          </a:prstGeom>
        </p:spPr>
      </p:pic>
      <p:pic>
        <p:nvPicPr>
          <p:cNvPr id="5" name="图片 4"/>
          <p:cNvPicPr>
            <a:picLocks noChangeAspect="1"/>
          </p:cNvPicPr>
          <p:nvPr/>
        </p:nvPicPr>
        <p:blipFill>
          <a:blip r:embed="rId7"/>
          <a:stretch>
            <a:fillRect/>
          </a:stretch>
        </p:blipFill>
        <p:spPr>
          <a:xfrm>
            <a:off x="164956" y="5333950"/>
            <a:ext cx="11952502" cy="1524050"/>
          </a:xfrm>
          <a:prstGeom prst="rect">
            <a:avLst/>
          </a:prstGeom>
        </p:spPr>
      </p:pic>
    </p:spTree>
    <p:extLst>
      <p:ext uri="{BB962C8B-B14F-4D97-AF65-F5344CB8AC3E}">
        <p14:creationId xmlns:p14="http://schemas.microsoft.com/office/powerpoint/2010/main" val="1964809444"/>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42" name="Rectangle 38"/>
          <p:cNvSpPr>
            <a:spLocks noChangeArrowheads="1"/>
          </p:cNvSpPr>
          <p:nvPr/>
        </p:nvSpPr>
        <p:spPr bwMode="auto">
          <a:xfrm>
            <a:off x="304952" y="704699"/>
            <a:ext cx="11734492" cy="1428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rgbClr val="9999FF"/>
              </a:buClr>
              <a:buSzPct val="80000"/>
              <a:buFont typeface="Wingdings" charset="2"/>
              <a:buChar char="q"/>
              <a:defRPr sz="2800">
                <a:solidFill>
                  <a:schemeClr val="bg2"/>
                </a:solidFill>
                <a:latin typeface="Tahoma" charset="0"/>
              </a:defRPr>
            </a:lvl1pPr>
            <a:lvl2pPr marL="742950" indent="-285750" algn="l">
              <a:spcBef>
                <a:spcPct val="20000"/>
              </a:spcBef>
              <a:buClr>
                <a:srgbClr val="9999FF"/>
              </a:buClr>
              <a:buSzPct val="65000"/>
              <a:buFont typeface="Wingdings" charset="2"/>
              <a:buChar char="n"/>
              <a:defRPr sz="2400">
                <a:solidFill>
                  <a:schemeClr val="bg2"/>
                </a:solidFill>
                <a:latin typeface="Tahoma" charset="0"/>
              </a:defRPr>
            </a:lvl2pPr>
            <a:lvl3pPr marL="1143000" indent="-228600" algn="l">
              <a:spcBef>
                <a:spcPct val="20000"/>
              </a:spcBef>
              <a:buClr>
                <a:srgbClr val="9999FF"/>
              </a:buClr>
              <a:buSzPct val="65000"/>
              <a:buFont typeface="Wingdings" charset="2"/>
              <a:buChar char="n"/>
              <a:defRPr sz="2000">
                <a:solidFill>
                  <a:schemeClr val="bg2"/>
                </a:solidFill>
                <a:latin typeface="Tahoma" charset="0"/>
              </a:defRPr>
            </a:lvl3pPr>
            <a:lvl4pPr marL="1600200" indent="-228600" algn="l">
              <a:spcBef>
                <a:spcPct val="20000"/>
              </a:spcBef>
              <a:buClr>
                <a:srgbClr val="9999FF"/>
              </a:buClr>
              <a:buSzPct val="65000"/>
              <a:buFont typeface="Wingdings" charset="2"/>
              <a:buChar char="n"/>
              <a:defRPr>
                <a:solidFill>
                  <a:schemeClr val="bg2"/>
                </a:solidFill>
                <a:latin typeface="Tahoma" charset="0"/>
              </a:defRPr>
            </a:lvl4pPr>
            <a:lvl5pPr marL="2057400" indent="-228600" algn="l">
              <a:spcBef>
                <a:spcPct val="20000"/>
              </a:spcBef>
              <a:buClr>
                <a:srgbClr val="9999FF"/>
              </a:buClr>
              <a:buSzPct val="65000"/>
              <a:buFont typeface="Wingdings" charset="2"/>
              <a:buChar char="n"/>
              <a:defRPr>
                <a:solidFill>
                  <a:schemeClr val="bg2"/>
                </a:solidFill>
                <a:latin typeface="Tahoma" charset="0"/>
              </a:defRPr>
            </a:lvl5pPr>
            <a:lvl6pPr marL="25146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6pPr>
            <a:lvl7pPr marL="29718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7pPr>
            <a:lvl8pPr marL="34290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8pPr>
            <a:lvl9pPr marL="38862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9pPr>
          </a:lstStyle>
          <a:p>
            <a:r>
              <a:rPr lang="en-US" altLang="zh-CN" sz="2600" dirty="0" smtClean="0">
                <a:solidFill>
                  <a:schemeClr val="accent6"/>
                </a:solidFill>
              </a:rPr>
              <a:t>Plot</a:t>
            </a:r>
            <a:r>
              <a:rPr lang="zh-CN" altLang="en-US" sz="2600" dirty="0" smtClean="0">
                <a:solidFill>
                  <a:schemeClr val="accent6"/>
                </a:solidFill>
              </a:rPr>
              <a:t> </a:t>
            </a:r>
            <a:r>
              <a:rPr lang="en-US" altLang="zh-CN" sz="2600" dirty="0" smtClean="0">
                <a:solidFill>
                  <a:schemeClr val="accent6"/>
                </a:solidFill>
              </a:rPr>
              <a:t>points</a:t>
            </a:r>
            <a:r>
              <a:rPr lang="zh-CN" altLang="en-US" sz="2600" dirty="0" smtClean="0">
                <a:solidFill>
                  <a:schemeClr val="accent6"/>
                </a:solidFill>
              </a:rPr>
              <a:t> </a:t>
            </a:r>
            <a:r>
              <a:rPr lang="en-US" altLang="zh-CN" sz="2600" dirty="0" smtClean="0">
                <a:solidFill>
                  <a:schemeClr val="accent6"/>
                </a:solidFill>
              </a:rPr>
              <a:t>accurately</a:t>
            </a:r>
            <a:r>
              <a:rPr lang="zh-CN" altLang="en-US" sz="2600" dirty="0" smtClean="0">
                <a:solidFill>
                  <a:schemeClr val="accent6"/>
                </a:solidFill>
              </a:rPr>
              <a:t> </a:t>
            </a:r>
            <a:r>
              <a:rPr lang="en-US" altLang="zh-CN" sz="2600" dirty="0" smtClean="0">
                <a:solidFill>
                  <a:schemeClr val="accent6"/>
                </a:solidFill>
              </a:rPr>
              <a:t>+</a:t>
            </a:r>
            <a:r>
              <a:rPr lang="zh-CN" altLang="en-US" sz="2600" dirty="0" smtClean="0">
                <a:solidFill>
                  <a:schemeClr val="accent6"/>
                </a:solidFill>
              </a:rPr>
              <a:t> </a:t>
            </a:r>
            <a:r>
              <a:rPr lang="en-US" altLang="zh-CN" sz="2600" dirty="0" smtClean="0">
                <a:solidFill>
                  <a:schemeClr val="accent6"/>
                </a:solidFill>
              </a:rPr>
              <a:t>error</a:t>
            </a:r>
            <a:r>
              <a:rPr lang="zh-CN" altLang="en-US" sz="2600" dirty="0" smtClean="0">
                <a:solidFill>
                  <a:schemeClr val="accent6"/>
                </a:solidFill>
              </a:rPr>
              <a:t> </a:t>
            </a:r>
            <a:r>
              <a:rPr lang="en-US" altLang="zh-CN" sz="2600" dirty="0" smtClean="0">
                <a:solidFill>
                  <a:schemeClr val="accent6"/>
                </a:solidFill>
              </a:rPr>
              <a:t>bar(</a:t>
            </a:r>
            <a:r>
              <a:rPr lang="zh-CN" altLang="en-US" sz="2600" dirty="0" smtClean="0">
                <a:solidFill>
                  <a:schemeClr val="accent6"/>
                </a:solidFill>
              </a:rPr>
              <a:t>注意下是</a:t>
            </a:r>
            <a:r>
              <a:rPr lang="en-US" altLang="zh-CN" sz="2600" dirty="0" smtClean="0">
                <a:solidFill>
                  <a:schemeClr val="accent6"/>
                </a:solidFill>
              </a:rPr>
              <a:t>y</a:t>
            </a:r>
            <a:r>
              <a:rPr lang="zh-CN" altLang="en-US" sz="2600" dirty="0" smtClean="0">
                <a:solidFill>
                  <a:schemeClr val="accent6"/>
                </a:solidFill>
              </a:rPr>
              <a:t>方向还是</a:t>
            </a:r>
            <a:r>
              <a:rPr lang="en-US" altLang="zh-CN" sz="2600" dirty="0" smtClean="0">
                <a:solidFill>
                  <a:schemeClr val="accent6"/>
                </a:solidFill>
              </a:rPr>
              <a:t>x</a:t>
            </a:r>
            <a:r>
              <a:rPr lang="zh-CN" altLang="en-US" sz="2600" dirty="0" smtClean="0">
                <a:solidFill>
                  <a:schemeClr val="accent6"/>
                </a:solidFill>
              </a:rPr>
              <a:t>方向</a:t>
            </a:r>
            <a:r>
              <a:rPr lang="en-US" altLang="zh-CN" sz="2600" dirty="0" smtClean="0">
                <a:solidFill>
                  <a:schemeClr val="accent6"/>
                </a:solidFill>
              </a:rPr>
              <a:t>)</a:t>
            </a:r>
            <a:endParaRPr lang="en-US" altLang="zh-CN" sz="2600" dirty="0" smtClean="0">
              <a:solidFill>
                <a:schemeClr val="accent6"/>
              </a:solidFill>
            </a:endParaRPr>
          </a:p>
          <a:p>
            <a:r>
              <a:rPr lang="en-US" altLang="zh-CN" sz="2600" dirty="0" smtClean="0">
                <a:solidFill>
                  <a:schemeClr val="accent6"/>
                </a:solidFill>
              </a:rPr>
              <a:t>plot</a:t>
            </a:r>
            <a:r>
              <a:rPr lang="zh-CN" altLang="en-US" sz="2600" dirty="0" smtClean="0">
                <a:solidFill>
                  <a:schemeClr val="accent6"/>
                </a:solidFill>
              </a:rPr>
              <a:t> </a:t>
            </a:r>
            <a:r>
              <a:rPr lang="en-US" altLang="zh-CN" sz="2600" dirty="0" smtClean="0">
                <a:solidFill>
                  <a:schemeClr val="accent6"/>
                </a:solidFill>
              </a:rPr>
              <a:t>best</a:t>
            </a:r>
            <a:r>
              <a:rPr lang="zh-CN" altLang="en-US" sz="2600" dirty="0" smtClean="0">
                <a:solidFill>
                  <a:schemeClr val="accent6"/>
                </a:solidFill>
              </a:rPr>
              <a:t> </a:t>
            </a:r>
            <a:r>
              <a:rPr lang="en-US" altLang="zh-CN" sz="2600" dirty="0" smtClean="0">
                <a:solidFill>
                  <a:schemeClr val="accent6"/>
                </a:solidFill>
              </a:rPr>
              <a:t>fine</a:t>
            </a:r>
            <a:r>
              <a:rPr lang="zh-CN" altLang="en-US" sz="2600" dirty="0" smtClean="0">
                <a:solidFill>
                  <a:schemeClr val="accent6"/>
                </a:solidFill>
              </a:rPr>
              <a:t> </a:t>
            </a:r>
            <a:r>
              <a:rPr lang="en-US" altLang="zh-CN" sz="2600" dirty="0" smtClean="0">
                <a:solidFill>
                  <a:schemeClr val="accent6"/>
                </a:solidFill>
              </a:rPr>
              <a:t>line</a:t>
            </a:r>
            <a:r>
              <a:rPr lang="zh-CN" altLang="en-US" sz="2600" dirty="0" smtClean="0">
                <a:solidFill>
                  <a:schemeClr val="accent6"/>
                </a:solidFill>
              </a:rPr>
              <a:t> </a:t>
            </a:r>
            <a:r>
              <a:rPr lang="en-US" altLang="zh-CN" sz="2600" dirty="0" smtClean="0">
                <a:solidFill>
                  <a:schemeClr val="accent6"/>
                </a:solidFill>
              </a:rPr>
              <a:t>+</a:t>
            </a:r>
            <a:r>
              <a:rPr lang="zh-CN" altLang="en-US" sz="2600" dirty="0" smtClean="0">
                <a:solidFill>
                  <a:schemeClr val="accent6"/>
                </a:solidFill>
              </a:rPr>
              <a:t> </a:t>
            </a:r>
            <a:r>
              <a:rPr lang="en-US" altLang="zh-CN" sz="2600" dirty="0" smtClean="0">
                <a:solidFill>
                  <a:schemeClr val="accent6"/>
                </a:solidFill>
              </a:rPr>
              <a:t>worst</a:t>
            </a:r>
            <a:r>
              <a:rPr lang="zh-CN" altLang="en-US" sz="2600" dirty="0" smtClean="0">
                <a:solidFill>
                  <a:schemeClr val="accent6"/>
                </a:solidFill>
              </a:rPr>
              <a:t> </a:t>
            </a:r>
            <a:r>
              <a:rPr lang="en-US" altLang="zh-CN" sz="2600" dirty="0" smtClean="0">
                <a:solidFill>
                  <a:schemeClr val="accent6"/>
                </a:solidFill>
              </a:rPr>
              <a:t>acceptable</a:t>
            </a:r>
            <a:r>
              <a:rPr lang="zh-CN" altLang="en-US" sz="2600" dirty="0" smtClean="0">
                <a:solidFill>
                  <a:schemeClr val="accent6"/>
                </a:solidFill>
              </a:rPr>
              <a:t> </a:t>
            </a:r>
            <a:r>
              <a:rPr lang="en-US" altLang="zh-CN" sz="2600" dirty="0" smtClean="0">
                <a:solidFill>
                  <a:schemeClr val="accent6"/>
                </a:solidFill>
              </a:rPr>
              <a:t>line</a:t>
            </a:r>
            <a:r>
              <a:rPr lang="zh-CN" altLang="en-US" sz="2600" dirty="0" smtClean="0">
                <a:solidFill>
                  <a:schemeClr val="accent6"/>
                </a:solidFill>
              </a:rPr>
              <a:t> </a:t>
            </a:r>
            <a:r>
              <a:rPr lang="en-US" altLang="zh-CN" sz="2600" dirty="0" smtClean="0">
                <a:solidFill>
                  <a:schemeClr val="accent6"/>
                </a:solidFill>
              </a:rPr>
              <a:t>and</a:t>
            </a:r>
            <a:r>
              <a:rPr lang="zh-CN" altLang="en-US" sz="2600" dirty="0" smtClean="0">
                <a:solidFill>
                  <a:schemeClr val="accent6"/>
                </a:solidFill>
              </a:rPr>
              <a:t> </a:t>
            </a:r>
            <a:r>
              <a:rPr lang="en-US" altLang="zh-CN" sz="2600" dirty="0" smtClean="0">
                <a:solidFill>
                  <a:schemeClr val="accent6"/>
                </a:solidFill>
              </a:rPr>
              <a:t>label</a:t>
            </a:r>
            <a:r>
              <a:rPr lang="zh-CN" altLang="en-US" sz="2600" dirty="0" smtClean="0">
                <a:solidFill>
                  <a:schemeClr val="accent6"/>
                </a:solidFill>
              </a:rPr>
              <a:t> </a:t>
            </a:r>
            <a:r>
              <a:rPr lang="en-US" altLang="zh-CN" sz="2600" dirty="0" smtClean="0">
                <a:solidFill>
                  <a:schemeClr val="accent6"/>
                </a:solidFill>
              </a:rPr>
              <a:t>them!</a:t>
            </a:r>
          </a:p>
          <a:p>
            <a:r>
              <a:rPr lang="en-US" altLang="zh-CN" sz="2600" dirty="0" smtClean="0">
                <a:solidFill>
                  <a:schemeClr val="accent6"/>
                </a:solidFill>
              </a:rPr>
              <a:t>worst</a:t>
            </a:r>
            <a:r>
              <a:rPr lang="zh-CN" altLang="en-US" sz="2600" dirty="0" smtClean="0">
                <a:solidFill>
                  <a:schemeClr val="accent6"/>
                </a:solidFill>
              </a:rPr>
              <a:t>那条不要简单以为第一个点的最左端</a:t>
            </a:r>
            <a:endParaRPr lang="en-US" altLang="zh-CN" sz="2600" dirty="0" smtClean="0">
              <a:solidFill>
                <a:schemeClr val="accent6"/>
              </a:solidFill>
            </a:endParaRPr>
          </a:p>
          <a:p>
            <a:pPr marL="0" indent="0">
              <a:buNone/>
            </a:pPr>
            <a:r>
              <a:rPr lang="zh-CN" altLang="en-US" sz="2600" dirty="0" smtClean="0">
                <a:solidFill>
                  <a:schemeClr val="accent6"/>
                </a:solidFill>
              </a:rPr>
              <a:t>连到最后一个点的最右端</a:t>
            </a:r>
            <a:endParaRPr lang="en-US" altLang="zh-CN" sz="2600" dirty="0" smtClean="0">
              <a:solidFill>
                <a:schemeClr val="accent6"/>
              </a:solidFill>
            </a:endParaRPr>
          </a:p>
          <a:p>
            <a:r>
              <a:rPr lang="en-US" altLang="zh-CN" sz="2600" dirty="0" smtClean="0">
                <a:solidFill>
                  <a:schemeClr val="accent6"/>
                </a:solidFill>
              </a:rPr>
              <a:t>both</a:t>
            </a:r>
            <a:r>
              <a:rPr lang="zh-CN" altLang="en-US" sz="2600" dirty="0" smtClean="0">
                <a:solidFill>
                  <a:schemeClr val="accent6"/>
                </a:solidFill>
              </a:rPr>
              <a:t> </a:t>
            </a:r>
            <a:r>
              <a:rPr lang="en-US" altLang="zh-CN" sz="2600" dirty="0" smtClean="0">
                <a:solidFill>
                  <a:schemeClr val="accent6"/>
                </a:solidFill>
              </a:rPr>
              <a:t>should</a:t>
            </a:r>
            <a:r>
              <a:rPr lang="zh-CN" altLang="en-US" sz="2600" dirty="0" smtClean="0">
                <a:solidFill>
                  <a:schemeClr val="accent6"/>
                </a:solidFill>
              </a:rPr>
              <a:t> </a:t>
            </a:r>
            <a:r>
              <a:rPr lang="en-US" altLang="zh-CN" sz="2600" dirty="0" smtClean="0">
                <a:solidFill>
                  <a:schemeClr val="accent6"/>
                </a:solidFill>
              </a:rPr>
              <a:t>be</a:t>
            </a:r>
            <a:r>
              <a:rPr lang="zh-CN" altLang="en-US" sz="2600" dirty="0" smtClean="0">
                <a:solidFill>
                  <a:schemeClr val="accent6"/>
                </a:solidFill>
              </a:rPr>
              <a:t> </a:t>
            </a:r>
            <a:r>
              <a:rPr lang="en-US" altLang="zh-CN" sz="2600" dirty="0" smtClean="0">
                <a:solidFill>
                  <a:schemeClr val="accent6"/>
                </a:solidFill>
              </a:rPr>
              <a:t>within</a:t>
            </a:r>
            <a:r>
              <a:rPr lang="zh-CN" altLang="en-US" sz="2600" dirty="0" smtClean="0">
                <a:solidFill>
                  <a:schemeClr val="accent6"/>
                </a:solidFill>
              </a:rPr>
              <a:t> </a:t>
            </a:r>
            <a:r>
              <a:rPr lang="en-US" altLang="zh-CN" sz="2600" dirty="0" smtClean="0">
                <a:solidFill>
                  <a:schemeClr val="accent6"/>
                </a:solidFill>
              </a:rPr>
              <a:t>each</a:t>
            </a:r>
            <a:r>
              <a:rPr lang="zh-CN" altLang="en-US" sz="2600" dirty="0" smtClean="0">
                <a:solidFill>
                  <a:schemeClr val="accent6"/>
                </a:solidFill>
              </a:rPr>
              <a:t> </a:t>
            </a:r>
            <a:r>
              <a:rPr lang="en-US" altLang="zh-CN" sz="2600" dirty="0" smtClean="0">
                <a:solidFill>
                  <a:schemeClr val="accent6"/>
                </a:solidFill>
              </a:rPr>
              <a:t>error</a:t>
            </a:r>
            <a:r>
              <a:rPr lang="zh-CN" altLang="en-US" sz="2600" dirty="0" smtClean="0">
                <a:solidFill>
                  <a:schemeClr val="accent6"/>
                </a:solidFill>
              </a:rPr>
              <a:t> </a:t>
            </a:r>
            <a:r>
              <a:rPr lang="en-US" altLang="zh-CN" sz="2600" dirty="0" smtClean="0">
                <a:solidFill>
                  <a:schemeClr val="accent6"/>
                </a:solidFill>
              </a:rPr>
              <a:t>bar</a:t>
            </a:r>
            <a:endParaRPr lang="en-US" altLang="zh-CN" sz="2600" dirty="0" smtClean="0">
              <a:solidFill>
                <a:schemeClr val="accent6"/>
              </a:solidFill>
            </a:endParaRPr>
          </a:p>
        </p:txBody>
      </p:sp>
      <p:sp>
        <p:nvSpPr>
          <p:cNvPr id="559106" name="Rectangle 2"/>
          <p:cNvSpPr>
            <a:spLocks noGrp="1" noChangeArrowheads="1"/>
          </p:cNvSpPr>
          <p:nvPr>
            <p:ph type="title"/>
          </p:nvPr>
        </p:nvSpPr>
        <p:spPr>
          <a:xfrm>
            <a:off x="762140" y="160806"/>
            <a:ext cx="9436100" cy="625517"/>
          </a:xfrm>
        </p:spPr>
        <p:txBody>
          <a:bodyPr/>
          <a:lstStyle/>
          <a:p>
            <a:r>
              <a:rPr lang="en-US" altLang="zh-CN" dirty="0" smtClean="0">
                <a:solidFill>
                  <a:schemeClr val="accent6"/>
                </a:solidFill>
                <a:ea typeface="宋体" charset="-122"/>
              </a:rPr>
              <a:t>Question</a:t>
            </a:r>
            <a:r>
              <a:rPr lang="zh-CN" altLang="en-US" dirty="0" smtClean="0">
                <a:solidFill>
                  <a:schemeClr val="accent6"/>
                </a:solidFill>
                <a:ea typeface="宋体" charset="-122"/>
              </a:rPr>
              <a:t> </a:t>
            </a:r>
            <a:r>
              <a:rPr lang="en-US" altLang="zh-CN" dirty="0">
                <a:solidFill>
                  <a:schemeClr val="accent6"/>
                </a:solidFill>
                <a:ea typeface="宋体" charset="-122"/>
              </a:rPr>
              <a:t>2</a:t>
            </a:r>
            <a:endParaRPr lang="en-US" altLang="zh-CN" dirty="0">
              <a:solidFill>
                <a:schemeClr val="accent6"/>
              </a:solidFill>
              <a:ea typeface="宋体" charset="-122"/>
            </a:endParaRPr>
          </a:p>
        </p:txBody>
      </p:sp>
      <p:graphicFrame>
        <p:nvGraphicFramePr>
          <p:cNvPr id="55910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74085"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6" name="图片 5"/>
          <p:cNvPicPr>
            <a:picLocks noChangeAspect="1"/>
          </p:cNvPicPr>
          <p:nvPr/>
        </p:nvPicPr>
        <p:blipFill>
          <a:blip r:embed="rId6"/>
          <a:stretch>
            <a:fillRect/>
          </a:stretch>
        </p:blipFill>
        <p:spPr>
          <a:xfrm>
            <a:off x="9753496" y="831402"/>
            <a:ext cx="2285940" cy="729366"/>
          </a:xfrm>
          <a:prstGeom prst="rect">
            <a:avLst/>
          </a:prstGeom>
        </p:spPr>
      </p:pic>
      <p:pic>
        <p:nvPicPr>
          <p:cNvPr id="7" name="图片 6"/>
          <p:cNvPicPr>
            <a:picLocks noChangeAspect="1"/>
          </p:cNvPicPr>
          <p:nvPr/>
        </p:nvPicPr>
        <p:blipFill>
          <a:blip r:embed="rId7"/>
          <a:stretch>
            <a:fillRect/>
          </a:stretch>
        </p:blipFill>
        <p:spPr>
          <a:xfrm>
            <a:off x="6943409" y="1621516"/>
            <a:ext cx="5096027" cy="5046358"/>
          </a:xfrm>
          <a:prstGeom prst="rect">
            <a:avLst/>
          </a:prstGeom>
        </p:spPr>
      </p:pic>
    </p:spTree>
    <p:extLst>
      <p:ext uri="{BB962C8B-B14F-4D97-AF65-F5344CB8AC3E}">
        <p14:creationId xmlns:p14="http://schemas.microsoft.com/office/powerpoint/2010/main" val="2046928031"/>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42" name="Rectangle 38"/>
          <p:cNvSpPr>
            <a:spLocks noChangeArrowheads="1"/>
          </p:cNvSpPr>
          <p:nvPr/>
        </p:nvSpPr>
        <p:spPr bwMode="auto">
          <a:xfrm>
            <a:off x="304952" y="704699"/>
            <a:ext cx="8991364" cy="1428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rgbClr val="9999FF"/>
              </a:buClr>
              <a:buSzPct val="80000"/>
              <a:buFont typeface="Wingdings" charset="2"/>
              <a:buChar char="q"/>
              <a:defRPr sz="2800">
                <a:solidFill>
                  <a:schemeClr val="bg2"/>
                </a:solidFill>
                <a:latin typeface="Tahoma" charset="0"/>
              </a:defRPr>
            </a:lvl1pPr>
            <a:lvl2pPr marL="742950" indent="-285750" algn="l">
              <a:spcBef>
                <a:spcPct val="20000"/>
              </a:spcBef>
              <a:buClr>
                <a:srgbClr val="9999FF"/>
              </a:buClr>
              <a:buSzPct val="65000"/>
              <a:buFont typeface="Wingdings" charset="2"/>
              <a:buChar char="n"/>
              <a:defRPr sz="2400">
                <a:solidFill>
                  <a:schemeClr val="bg2"/>
                </a:solidFill>
                <a:latin typeface="Tahoma" charset="0"/>
              </a:defRPr>
            </a:lvl2pPr>
            <a:lvl3pPr marL="1143000" indent="-228600" algn="l">
              <a:spcBef>
                <a:spcPct val="20000"/>
              </a:spcBef>
              <a:buClr>
                <a:srgbClr val="9999FF"/>
              </a:buClr>
              <a:buSzPct val="65000"/>
              <a:buFont typeface="Wingdings" charset="2"/>
              <a:buChar char="n"/>
              <a:defRPr sz="2000">
                <a:solidFill>
                  <a:schemeClr val="bg2"/>
                </a:solidFill>
                <a:latin typeface="Tahoma" charset="0"/>
              </a:defRPr>
            </a:lvl3pPr>
            <a:lvl4pPr marL="1600200" indent="-228600" algn="l">
              <a:spcBef>
                <a:spcPct val="20000"/>
              </a:spcBef>
              <a:buClr>
                <a:srgbClr val="9999FF"/>
              </a:buClr>
              <a:buSzPct val="65000"/>
              <a:buFont typeface="Wingdings" charset="2"/>
              <a:buChar char="n"/>
              <a:defRPr>
                <a:solidFill>
                  <a:schemeClr val="bg2"/>
                </a:solidFill>
                <a:latin typeface="Tahoma" charset="0"/>
              </a:defRPr>
            </a:lvl4pPr>
            <a:lvl5pPr marL="2057400" indent="-228600" algn="l">
              <a:spcBef>
                <a:spcPct val="20000"/>
              </a:spcBef>
              <a:buClr>
                <a:srgbClr val="9999FF"/>
              </a:buClr>
              <a:buSzPct val="65000"/>
              <a:buFont typeface="Wingdings" charset="2"/>
              <a:buChar char="n"/>
              <a:defRPr>
                <a:solidFill>
                  <a:schemeClr val="bg2"/>
                </a:solidFill>
                <a:latin typeface="Tahoma" charset="0"/>
              </a:defRPr>
            </a:lvl5pPr>
            <a:lvl6pPr marL="25146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6pPr>
            <a:lvl7pPr marL="29718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7pPr>
            <a:lvl8pPr marL="34290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8pPr>
            <a:lvl9pPr marL="38862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9pPr>
          </a:lstStyle>
          <a:p>
            <a:r>
              <a:rPr lang="en-US" altLang="zh-CN" sz="2600" dirty="0">
                <a:solidFill>
                  <a:schemeClr val="accent6"/>
                </a:solidFill>
              </a:rPr>
              <a:t>Determine</a:t>
            </a:r>
            <a:r>
              <a:rPr lang="zh-CN" altLang="en-US" sz="2600" dirty="0">
                <a:solidFill>
                  <a:schemeClr val="accent6"/>
                </a:solidFill>
              </a:rPr>
              <a:t> </a:t>
            </a:r>
            <a:r>
              <a:rPr lang="en-US" altLang="zh-CN" sz="2600" dirty="0" smtClean="0">
                <a:solidFill>
                  <a:schemeClr val="accent6"/>
                </a:solidFill>
              </a:rPr>
              <a:t>gradient</a:t>
            </a:r>
            <a:r>
              <a:rPr lang="zh-CN" altLang="en-US" sz="2600" dirty="0" smtClean="0">
                <a:solidFill>
                  <a:schemeClr val="accent6"/>
                </a:solidFill>
              </a:rPr>
              <a:t> </a:t>
            </a:r>
            <a:r>
              <a:rPr lang="en-US" altLang="zh-CN" sz="2600" dirty="0" smtClean="0">
                <a:solidFill>
                  <a:schemeClr val="accent6"/>
                </a:solidFill>
              </a:rPr>
              <a:t>of</a:t>
            </a:r>
            <a:r>
              <a:rPr lang="zh-CN" altLang="en-US" sz="2600" dirty="0" smtClean="0">
                <a:solidFill>
                  <a:schemeClr val="accent6"/>
                </a:solidFill>
              </a:rPr>
              <a:t> </a:t>
            </a:r>
            <a:r>
              <a:rPr lang="en-US" altLang="zh-CN" sz="2600" dirty="0" smtClean="0">
                <a:solidFill>
                  <a:schemeClr val="accent6"/>
                </a:solidFill>
              </a:rPr>
              <a:t>best</a:t>
            </a:r>
            <a:r>
              <a:rPr lang="zh-CN" altLang="en-US" sz="2600" dirty="0" smtClean="0">
                <a:solidFill>
                  <a:schemeClr val="accent6"/>
                </a:solidFill>
              </a:rPr>
              <a:t> </a:t>
            </a:r>
            <a:r>
              <a:rPr lang="en-US" altLang="zh-CN" sz="2600" dirty="0" smtClean="0">
                <a:solidFill>
                  <a:schemeClr val="accent6"/>
                </a:solidFill>
              </a:rPr>
              <a:t>fit</a:t>
            </a:r>
            <a:r>
              <a:rPr lang="zh-CN" altLang="en-US" sz="2600" dirty="0" smtClean="0">
                <a:solidFill>
                  <a:schemeClr val="accent6"/>
                </a:solidFill>
              </a:rPr>
              <a:t> </a:t>
            </a:r>
            <a:r>
              <a:rPr lang="en-US" altLang="zh-CN" sz="2600" dirty="0" smtClean="0">
                <a:solidFill>
                  <a:schemeClr val="accent6"/>
                </a:solidFill>
              </a:rPr>
              <a:t>line</a:t>
            </a:r>
            <a:r>
              <a:rPr lang="zh-CN" altLang="en-US" sz="2600" dirty="0" smtClean="0">
                <a:solidFill>
                  <a:schemeClr val="accent6"/>
                </a:solidFill>
              </a:rPr>
              <a:t> 注意使用的两点超过图的一半，还要注意坐标轴的数量级，并且写出过程。</a:t>
            </a:r>
            <a:endParaRPr lang="en-US" altLang="zh-CN" sz="2600" dirty="0" smtClean="0">
              <a:solidFill>
                <a:schemeClr val="accent6"/>
              </a:solidFill>
            </a:endParaRPr>
          </a:p>
          <a:p>
            <a:r>
              <a:rPr lang="en-US" altLang="zh-CN" sz="2600" dirty="0" smtClean="0">
                <a:solidFill>
                  <a:schemeClr val="accent6"/>
                </a:solidFill>
              </a:rPr>
              <a:t>Uncertainty</a:t>
            </a:r>
            <a:r>
              <a:rPr lang="zh-CN" altLang="en-US" sz="2600" dirty="0" smtClean="0">
                <a:solidFill>
                  <a:schemeClr val="accent6"/>
                </a:solidFill>
              </a:rPr>
              <a:t> </a:t>
            </a:r>
            <a:r>
              <a:rPr lang="en-US" altLang="zh-CN" sz="2600" dirty="0" smtClean="0">
                <a:solidFill>
                  <a:schemeClr val="accent6"/>
                </a:solidFill>
              </a:rPr>
              <a:t>of</a:t>
            </a:r>
            <a:r>
              <a:rPr lang="zh-CN" altLang="en-US" sz="2600" dirty="0" smtClean="0">
                <a:solidFill>
                  <a:schemeClr val="accent6"/>
                </a:solidFill>
              </a:rPr>
              <a:t> </a:t>
            </a:r>
            <a:r>
              <a:rPr lang="en-US" altLang="zh-CN" sz="2600" dirty="0" smtClean="0">
                <a:solidFill>
                  <a:schemeClr val="accent6"/>
                </a:solidFill>
              </a:rPr>
              <a:t>gradient,</a:t>
            </a:r>
            <a:r>
              <a:rPr lang="zh-CN" altLang="en-US" sz="2600" dirty="0" smtClean="0">
                <a:solidFill>
                  <a:schemeClr val="accent6"/>
                </a:solidFill>
              </a:rPr>
              <a:t> </a:t>
            </a:r>
            <a:r>
              <a:rPr lang="en-US" altLang="zh-CN" sz="2600" dirty="0" smtClean="0">
                <a:solidFill>
                  <a:schemeClr val="accent6"/>
                </a:solidFill>
              </a:rPr>
              <a:t>we</a:t>
            </a:r>
            <a:r>
              <a:rPr lang="zh-CN" altLang="en-US" sz="2600" dirty="0" smtClean="0">
                <a:solidFill>
                  <a:schemeClr val="accent6"/>
                </a:solidFill>
              </a:rPr>
              <a:t> </a:t>
            </a:r>
            <a:r>
              <a:rPr lang="en-US" altLang="zh-CN" sz="2600" dirty="0" smtClean="0">
                <a:solidFill>
                  <a:schemeClr val="accent6"/>
                </a:solidFill>
              </a:rPr>
              <a:t>need</a:t>
            </a:r>
            <a:r>
              <a:rPr lang="zh-CN" altLang="en-US" sz="2600" dirty="0" smtClean="0">
                <a:solidFill>
                  <a:schemeClr val="accent6"/>
                </a:solidFill>
              </a:rPr>
              <a:t> </a:t>
            </a:r>
            <a:r>
              <a:rPr lang="en-US" altLang="zh-CN" sz="2600" dirty="0" smtClean="0">
                <a:solidFill>
                  <a:schemeClr val="accent6"/>
                </a:solidFill>
              </a:rPr>
              <a:t>also</a:t>
            </a:r>
            <a:r>
              <a:rPr lang="zh-CN" altLang="en-US" sz="2600" dirty="0" smtClean="0">
                <a:solidFill>
                  <a:schemeClr val="accent6"/>
                </a:solidFill>
              </a:rPr>
              <a:t> </a:t>
            </a:r>
            <a:r>
              <a:rPr lang="en-US" altLang="zh-CN" sz="2600" dirty="0" smtClean="0">
                <a:solidFill>
                  <a:schemeClr val="accent6"/>
                </a:solidFill>
              </a:rPr>
              <a:t>gradient</a:t>
            </a:r>
            <a:r>
              <a:rPr lang="zh-CN" altLang="en-US" sz="2600" dirty="0" smtClean="0">
                <a:solidFill>
                  <a:schemeClr val="accent6"/>
                </a:solidFill>
              </a:rPr>
              <a:t> </a:t>
            </a:r>
            <a:r>
              <a:rPr lang="en-US" altLang="zh-CN" sz="2600" dirty="0" smtClean="0">
                <a:solidFill>
                  <a:schemeClr val="accent6"/>
                </a:solidFill>
              </a:rPr>
              <a:t>of</a:t>
            </a:r>
            <a:r>
              <a:rPr lang="zh-CN" altLang="en-US" sz="2600" dirty="0" smtClean="0">
                <a:solidFill>
                  <a:schemeClr val="accent6"/>
                </a:solidFill>
              </a:rPr>
              <a:t> </a:t>
            </a:r>
            <a:endParaRPr lang="en-US" altLang="zh-CN" sz="2600" dirty="0" smtClean="0">
              <a:solidFill>
                <a:schemeClr val="accent6"/>
              </a:solidFill>
            </a:endParaRPr>
          </a:p>
          <a:p>
            <a:pPr marL="0" indent="0">
              <a:buNone/>
            </a:pPr>
            <a:r>
              <a:rPr lang="en-US" altLang="zh-CN" sz="2600" dirty="0" smtClean="0">
                <a:solidFill>
                  <a:schemeClr val="accent6"/>
                </a:solidFill>
              </a:rPr>
              <a:t>worst</a:t>
            </a:r>
            <a:r>
              <a:rPr lang="zh-CN" altLang="en-US" sz="2600" dirty="0" smtClean="0">
                <a:solidFill>
                  <a:schemeClr val="accent6"/>
                </a:solidFill>
              </a:rPr>
              <a:t> </a:t>
            </a:r>
            <a:r>
              <a:rPr lang="en-US" altLang="zh-CN" sz="2600" dirty="0" smtClean="0">
                <a:solidFill>
                  <a:schemeClr val="accent6"/>
                </a:solidFill>
              </a:rPr>
              <a:t>acceptable</a:t>
            </a:r>
            <a:r>
              <a:rPr lang="zh-CN" altLang="en-US" sz="2600" dirty="0" smtClean="0">
                <a:solidFill>
                  <a:schemeClr val="accent6"/>
                </a:solidFill>
              </a:rPr>
              <a:t> </a:t>
            </a:r>
            <a:r>
              <a:rPr lang="en-US" altLang="zh-CN" sz="2600" dirty="0" smtClean="0">
                <a:solidFill>
                  <a:schemeClr val="accent6"/>
                </a:solidFill>
              </a:rPr>
              <a:t>line.</a:t>
            </a:r>
            <a:r>
              <a:rPr lang="zh-CN" altLang="en-US" sz="2600" dirty="0" smtClean="0">
                <a:solidFill>
                  <a:schemeClr val="accent6"/>
                </a:solidFill>
              </a:rPr>
              <a:t> 注意点同上</a:t>
            </a:r>
            <a:endParaRPr lang="en-US" altLang="zh-CN" sz="2600" dirty="0" smtClean="0">
              <a:solidFill>
                <a:schemeClr val="accent6"/>
              </a:solidFill>
            </a:endParaRPr>
          </a:p>
          <a:p>
            <a:r>
              <a:rPr lang="en-US" altLang="zh-CN" sz="2600" dirty="0" smtClean="0">
                <a:solidFill>
                  <a:schemeClr val="accent6"/>
                </a:solidFill>
              </a:rPr>
              <a:t>The</a:t>
            </a:r>
            <a:r>
              <a:rPr lang="zh-CN" altLang="en-US" sz="2600" dirty="0" smtClean="0">
                <a:solidFill>
                  <a:schemeClr val="accent6"/>
                </a:solidFill>
              </a:rPr>
              <a:t> </a:t>
            </a:r>
            <a:r>
              <a:rPr lang="en-US" altLang="zh-CN" sz="2600" dirty="0" smtClean="0">
                <a:solidFill>
                  <a:schemeClr val="accent6"/>
                </a:solidFill>
              </a:rPr>
              <a:t>difference</a:t>
            </a:r>
            <a:r>
              <a:rPr lang="zh-CN" altLang="en-US" sz="2600" dirty="0" smtClean="0">
                <a:solidFill>
                  <a:schemeClr val="accent6"/>
                </a:solidFill>
              </a:rPr>
              <a:t> </a:t>
            </a:r>
            <a:r>
              <a:rPr lang="en-US" altLang="zh-CN" sz="2600" dirty="0" smtClean="0">
                <a:solidFill>
                  <a:schemeClr val="accent6"/>
                </a:solidFill>
              </a:rPr>
              <a:t>between</a:t>
            </a:r>
            <a:r>
              <a:rPr lang="zh-CN" altLang="en-US" sz="2600" dirty="0" smtClean="0">
                <a:solidFill>
                  <a:schemeClr val="accent6"/>
                </a:solidFill>
              </a:rPr>
              <a:t> </a:t>
            </a:r>
            <a:r>
              <a:rPr lang="en-US" altLang="zh-CN" sz="2600" dirty="0" smtClean="0">
                <a:solidFill>
                  <a:schemeClr val="accent6"/>
                </a:solidFill>
              </a:rPr>
              <a:t>two</a:t>
            </a:r>
            <a:r>
              <a:rPr lang="zh-CN" altLang="en-US" sz="2600" dirty="0" smtClean="0">
                <a:solidFill>
                  <a:schemeClr val="accent6"/>
                </a:solidFill>
              </a:rPr>
              <a:t> </a:t>
            </a:r>
            <a:r>
              <a:rPr lang="en-US" altLang="zh-CN" sz="2600" dirty="0" smtClean="0">
                <a:solidFill>
                  <a:schemeClr val="accent6"/>
                </a:solidFill>
              </a:rPr>
              <a:t>gradients</a:t>
            </a:r>
            <a:r>
              <a:rPr lang="zh-CN" altLang="en-US" sz="2600" dirty="0" smtClean="0">
                <a:solidFill>
                  <a:schemeClr val="accent6"/>
                </a:solidFill>
              </a:rPr>
              <a:t> </a:t>
            </a:r>
            <a:r>
              <a:rPr lang="en-US" altLang="zh-CN" sz="2600" dirty="0" smtClean="0">
                <a:solidFill>
                  <a:schemeClr val="accent6"/>
                </a:solidFill>
              </a:rPr>
              <a:t>is</a:t>
            </a:r>
            <a:r>
              <a:rPr lang="zh-CN" altLang="en-US" sz="2600" dirty="0" smtClean="0">
                <a:solidFill>
                  <a:schemeClr val="accent6"/>
                </a:solidFill>
              </a:rPr>
              <a:t> </a:t>
            </a:r>
            <a:r>
              <a:rPr lang="en-US" altLang="zh-CN" sz="2600" dirty="0" smtClean="0">
                <a:solidFill>
                  <a:schemeClr val="accent6"/>
                </a:solidFill>
              </a:rPr>
              <a:t>the</a:t>
            </a:r>
            <a:r>
              <a:rPr lang="zh-CN" altLang="en-US" sz="2600" dirty="0" smtClean="0">
                <a:solidFill>
                  <a:schemeClr val="accent6"/>
                </a:solidFill>
              </a:rPr>
              <a:t> </a:t>
            </a:r>
            <a:endParaRPr lang="en-US" altLang="zh-CN" sz="2600" dirty="0" smtClean="0">
              <a:solidFill>
                <a:schemeClr val="accent6"/>
              </a:solidFill>
            </a:endParaRPr>
          </a:p>
          <a:p>
            <a:pPr marL="0" indent="0">
              <a:buNone/>
            </a:pPr>
            <a:r>
              <a:rPr lang="en-US" altLang="zh-CN" sz="2600" dirty="0" smtClean="0">
                <a:solidFill>
                  <a:schemeClr val="accent6"/>
                </a:solidFill>
              </a:rPr>
              <a:t>uncertainty.</a:t>
            </a:r>
            <a:r>
              <a:rPr lang="zh-CN" altLang="en-US" sz="2600" dirty="0" smtClean="0">
                <a:solidFill>
                  <a:schemeClr val="accent6"/>
                </a:solidFill>
              </a:rPr>
              <a:t> </a:t>
            </a:r>
            <a:r>
              <a:rPr lang="en-US" altLang="zh-CN" sz="2600" dirty="0" smtClean="0">
                <a:solidFill>
                  <a:schemeClr val="accent6"/>
                </a:solidFill>
              </a:rPr>
              <a:t>And</a:t>
            </a:r>
            <a:r>
              <a:rPr lang="zh-CN" altLang="en-US" sz="2600" dirty="0" smtClean="0">
                <a:solidFill>
                  <a:schemeClr val="accent6"/>
                </a:solidFill>
              </a:rPr>
              <a:t> </a:t>
            </a:r>
            <a:r>
              <a:rPr lang="en-US" altLang="zh-CN" sz="2600" dirty="0" smtClean="0">
                <a:solidFill>
                  <a:schemeClr val="accent6"/>
                </a:solidFill>
              </a:rPr>
              <a:t>you</a:t>
            </a:r>
            <a:r>
              <a:rPr lang="zh-CN" altLang="en-US" sz="2600" dirty="0" smtClean="0">
                <a:solidFill>
                  <a:schemeClr val="accent6"/>
                </a:solidFill>
              </a:rPr>
              <a:t> </a:t>
            </a:r>
            <a:r>
              <a:rPr lang="en-US" altLang="zh-CN" sz="2600" dirty="0" smtClean="0">
                <a:solidFill>
                  <a:schemeClr val="accent6"/>
                </a:solidFill>
              </a:rPr>
              <a:t>should</a:t>
            </a:r>
            <a:r>
              <a:rPr lang="zh-CN" altLang="en-US" sz="2600" dirty="0" smtClean="0">
                <a:solidFill>
                  <a:schemeClr val="accent6"/>
                </a:solidFill>
              </a:rPr>
              <a:t> </a:t>
            </a:r>
            <a:r>
              <a:rPr lang="en-US" altLang="zh-CN" sz="2600" dirty="0" smtClean="0">
                <a:solidFill>
                  <a:schemeClr val="accent6"/>
                </a:solidFill>
              </a:rPr>
              <a:t>show</a:t>
            </a:r>
            <a:r>
              <a:rPr lang="zh-CN" altLang="en-US" sz="2600" dirty="0" smtClean="0">
                <a:solidFill>
                  <a:schemeClr val="accent6"/>
                </a:solidFill>
              </a:rPr>
              <a:t> </a:t>
            </a:r>
            <a:r>
              <a:rPr lang="en-US" altLang="zh-CN" sz="2600" dirty="0" smtClean="0">
                <a:solidFill>
                  <a:schemeClr val="accent6"/>
                </a:solidFill>
              </a:rPr>
              <a:t>the</a:t>
            </a:r>
            <a:r>
              <a:rPr lang="zh-CN" altLang="en-US" sz="2600" dirty="0" smtClean="0">
                <a:solidFill>
                  <a:schemeClr val="accent6"/>
                </a:solidFill>
              </a:rPr>
              <a:t> </a:t>
            </a:r>
            <a:r>
              <a:rPr lang="en-US" altLang="zh-CN" sz="2600" dirty="0" smtClean="0">
                <a:solidFill>
                  <a:schemeClr val="accent6"/>
                </a:solidFill>
              </a:rPr>
              <a:t>course</a:t>
            </a:r>
            <a:endParaRPr lang="en-US" altLang="zh-CN" sz="2600" dirty="0">
              <a:solidFill>
                <a:schemeClr val="accent6"/>
              </a:solidFill>
            </a:endParaRPr>
          </a:p>
        </p:txBody>
      </p:sp>
      <p:sp>
        <p:nvSpPr>
          <p:cNvPr id="559106" name="Rectangle 2"/>
          <p:cNvSpPr>
            <a:spLocks noGrp="1" noChangeArrowheads="1"/>
          </p:cNvSpPr>
          <p:nvPr>
            <p:ph type="title"/>
          </p:nvPr>
        </p:nvSpPr>
        <p:spPr>
          <a:xfrm>
            <a:off x="762140" y="160806"/>
            <a:ext cx="9436100" cy="625517"/>
          </a:xfrm>
        </p:spPr>
        <p:txBody>
          <a:bodyPr/>
          <a:lstStyle/>
          <a:p>
            <a:r>
              <a:rPr lang="en-US" altLang="zh-CN" dirty="0" smtClean="0">
                <a:solidFill>
                  <a:schemeClr val="accent6"/>
                </a:solidFill>
                <a:ea typeface="宋体" charset="-122"/>
              </a:rPr>
              <a:t>Question</a:t>
            </a:r>
            <a:r>
              <a:rPr lang="zh-CN" altLang="en-US" dirty="0" smtClean="0">
                <a:solidFill>
                  <a:schemeClr val="accent6"/>
                </a:solidFill>
                <a:ea typeface="宋体" charset="-122"/>
              </a:rPr>
              <a:t> </a:t>
            </a:r>
            <a:r>
              <a:rPr lang="en-US" altLang="zh-CN" dirty="0">
                <a:solidFill>
                  <a:schemeClr val="accent6"/>
                </a:solidFill>
                <a:ea typeface="宋体" charset="-122"/>
              </a:rPr>
              <a:t>2</a:t>
            </a:r>
            <a:endParaRPr lang="en-US" altLang="zh-CN" dirty="0">
              <a:solidFill>
                <a:schemeClr val="accent6"/>
              </a:solidFill>
              <a:ea typeface="宋体" charset="-122"/>
            </a:endParaRPr>
          </a:p>
        </p:txBody>
      </p:sp>
      <p:graphicFrame>
        <p:nvGraphicFramePr>
          <p:cNvPr id="55910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77155"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2" name="图片 1"/>
          <p:cNvPicPr>
            <a:picLocks noChangeAspect="1"/>
          </p:cNvPicPr>
          <p:nvPr/>
        </p:nvPicPr>
        <p:blipFill>
          <a:blip r:embed="rId6"/>
          <a:stretch>
            <a:fillRect/>
          </a:stretch>
        </p:blipFill>
        <p:spPr>
          <a:xfrm>
            <a:off x="8312132" y="1319060"/>
            <a:ext cx="3879868" cy="2001990"/>
          </a:xfrm>
          <a:prstGeom prst="rect">
            <a:avLst/>
          </a:prstGeom>
        </p:spPr>
      </p:pic>
      <p:pic>
        <p:nvPicPr>
          <p:cNvPr id="3" name="图片 2"/>
          <p:cNvPicPr>
            <a:picLocks noChangeAspect="1"/>
          </p:cNvPicPr>
          <p:nvPr/>
        </p:nvPicPr>
        <p:blipFill>
          <a:blip r:embed="rId7"/>
          <a:stretch>
            <a:fillRect/>
          </a:stretch>
        </p:blipFill>
        <p:spPr>
          <a:xfrm>
            <a:off x="7678275" y="3321051"/>
            <a:ext cx="4416333" cy="1782740"/>
          </a:xfrm>
          <a:prstGeom prst="rect">
            <a:avLst/>
          </a:prstGeom>
        </p:spPr>
      </p:pic>
      <p:pic>
        <p:nvPicPr>
          <p:cNvPr id="4" name="图片 3"/>
          <p:cNvPicPr>
            <a:picLocks noChangeAspect="1"/>
          </p:cNvPicPr>
          <p:nvPr/>
        </p:nvPicPr>
        <p:blipFill>
          <a:blip r:embed="rId8"/>
          <a:stretch>
            <a:fillRect/>
          </a:stretch>
        </p:blipFill>
        <p:spPr>
          <a:xfrm>
            <a:off x="57150" y="5198214"/>
            <a:ext cx="12192000" cy="1695655"/>
          </a:xfrm>
          <a:prstGeom prst="rect">
            <a:avLst/>
          </a:prstGeom>
        </p:spPr>
      </p:pic>
    </p:spTree>
    <p:extLst>
      <p:ext uri="{BB962C8B-B14F-4D97-AF65-F5344CB8AC3E}">
        <p14:creationId xmlns:p14="http://schemas.microsoft.com/office/powerpoint/2010/main" val="271704097"/>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42" name="Rectangle 38"/>
          <p:cNvSpPr>
            <a:spLocks noChangeArrowheads="1"/>
          </p:cNvSpPr>
          <p:nvPr/>
        </p:nvSpPr>
        <p:spPr bwMode="auto">
          <a:xfrm>
            <a:off x="304952" y="704699"/>
            <a:ext cx="11734492" cy="1428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rgbClr val="9999FF"/>
              </a:buClr>
              <a:buSzPct val="80000"/>
              <a:buFont typeface="Wingdings" charset="2"/>
              <a:buChar char="q"/>
              <a:defRPr sz="2800">
                <a:solidFill>
                  <a:schemeClr val="bg2"/>
                </a:solidFill>
                <a:latin typeface="Tahoma" charset="0"/>
              </a:defRPr>
            </a:lvl1pPr>
            <a:lvl2pPr marL="742950" indent="-285750" algn="l">
              <a:spcBef>
                <a:spcPct val="20000"/>
              </a:spcBef>
              <a:buClr>
                <a:srgbClr val="9999FF"/>
              </a:buClr>
              <a:buSzPct val="65000"/>
              <a:buFont typeface="Wingdings" charset="2"/>
              <a:buChar char="n"/>
              <a:defRPr sz="2400">
                <a:solidFill>
                  <a:schemeClr val="bg2"/>
                </a:solidFill>
                <a:latin typeface="Tahoma" charset="0"/>
              </a:defRPr>
            </a:lvl2pPr>
            <a:lvl3pPr marL="1143000" indent="-228600" algn="l">
              <a:spcBef>
                <a:spcPct val="20000"/>
              </a:spcBef>
              <a:buClr>
                <a:srgbClr val="9999FF"/>
              </a:buClr>
              <a:buSzPct val="65000"/>
              <a:buFont typeface="Wingdings" charset="2"/>
              <a:buChar char="n"/>
              <a:defRPr sz="2000">
                <a:solidFill>
                  <a:schemeClr val="bg2"/>
                </a:solidFill>
                <a:latin typeface="Tahoma" charset="0"/>
              </a:defRPr>
            </a:lvl3pPr>
            <a:lvl4pPr marL="1600200" indent="-228600" algn="l">
              <a:spcBef>
                <a:spcPct val="20000"/>
              </a:spcBef>
              <a:buClr>
                <a:srgbClr val="9999FF"/>
              </a:buClr>
              <a:buSzPct val="65000"/>
              <a:buFont typeface="Wingdings" charset="2"/>
              <a:buChar char="n"/>
              <a:defRPr>
                <a:solidFill>
                  <a:schemeClr val="bg2"/>
                </a:solidFill>
                <a:latin typeface="Tahoma" charset="0"/>
              </a:defRPr>
            </a:lvl4pPr>
            <a:lvl5pPr marL="2057400" indent="-228600" algn="l">
              <a:spcBef>
                <a:spcPct val="20000"/>
              </a:spcBef>
              <a:buClr>
                <a:srgbClr val="9999FF"/>
              </a:buClr>
              <a:buSzPct val="65000"/>
              <a:buFont typeface="Wingdings" charset="2"/>
              <a:buChar char="n"/>
              <a:defRPr>
                <a:solidFill>
                  <a:schemeClr val="bg2"/>
                </a:solidFill>
                <a:latin typeface="Tahoma" charset="0"/>
              </a:defRPr>
            </a:lvl5pPr>
            <a:lvl6pPr marL="25146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6pPr>
            <a:lvl7pPr marL="29718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7pPr>
            <a:lvl8pPr marL="34290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8pPr>
            <a:lvl9pPr marL="38862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9pPr>
          </a:lstStyle>
          <a:p>
            <a:r>
              <a:rPr lang="en-US" altLang="zh-CN" sz="2600" dirty="0" smtClean="0">
                <a:solidFill>
                  <a:schemeClr val="accent6"/>
                </a:solidFill>
              </a:rPr>
              <a:t>Calculate</a:t>
            </a:r>
            <a:r>
              <a:rPr lang="zh-CN" altLang="en-US" sz="2600" dirty="0" smtClean="0">
                <a:solidFill>
                  <a:schemeClr val="accent6"/>
                </a:solidFill>
              </a:rPr>
              <a:t> </a:t>
            </a:r>
            <a:r>
              <a:rPr lang="en-US" altLang="zh-CN" sz="2600" dirty="0" smtClean="0">
                <a:solidFill>
                  <a:schemeClr val="accent6"/>
                </a:solidFill>
              </a:rPr>
              <a:t>some</a:t>
            </a:r>
            <a:r>
              <a:rPr lang="zh-CN" altLang="en-US" sz="2600" dirty="0" smtClean="0">
                <a:solidFill>
                  <a:schemeClr val="accent6"/>
                </a:solidFill>
              </a:rPr>
              <a:t> </a:t>
            </a:r>
            <a:r>
              <a:rPr lang="en-US" altLang="zh-CN" sz="2600" dirty="0" smtClean="0">
                <a:solidFill>
                  <a:schemeClr val="accent6"/>
                </a:solidFill>
              </a:rPr>
              <a:t>constant</a:t>
            </a:r>
            <a:r>
              <a:rPr lang="zh-CN" altLang="en-US" sz="2600" dirty="0" smtClean="0">
                <a:solidFill>
                  <a:schemeClr val="accent6"/>
                </a:solidFill>
              </a:rPr>
              <a:t> </a:t>
            </a:r>
            <a:r>
              <a:rPr lang="en-US" altLang="zh-CN" sz="2600" dirty="0" smtClean="0">
                <a:solidFill>
                  <a:schemeClr val="accent6"/>
                </a:solidFill>
              </a:rPr>
              <a:t>with</a:t>
            </a:r>
            <a:r>
              <a:rPr lang="zh-CN" altLang="en-US" sz="2600" dirty="0" smtClean="0">
                <a:solidFill>
                  <a:schemeClr val="accent6"/>
                </a:solidFill>
              </a:rPr>
              <a:t> </a:t>
            </a:r>
            <a:r>
              <a:rPr lang="en-US" altLang="zh-CN" sz="2600" dirty="0" smtClean="0">
                <a:solidFill>
                  <a:schemeClr val="accent6"/>
                </a:solidFill>
              </a:rPr>
              <a:t>uncertainty</a:t>
            </a:r>
            <a:r>
              <a:rPr lang="zh-CN" altLang="en-US" sz="2600" dirty="0" smtClean="0">
                <a:solidFill>
                  <a:schemeClr val="accent6"/>
                </a:solidFill>
              </a:rPr>
              <a:t> </a:t>
            </a:r>
            <a:r>
              <a:rPr lang="en-US" altLang="zh-CN" sz="2600" dirty="0" smtClean="0">
                <a:solidFill>
                  <a:schemeClr val="accent6"/>
                </a:solidFill>
              </a:rPr>
              <a:t>(related</a:t>
            </a:r>
            <a:r>
              <a:rPr lang="zh-CN" altLang="en-US" sz="2600" dirty="0" smtClean="0">
                <a:solidFill>
                  <a:schemeClr val="accent6"/>
                </a:solidFill>
              </a:rPr>
              <a:t> </a:t>
            </a:r>
            <a:r>
              <a:rPr lang="en-US" altLang="zh-CN" sz="2600" dirty="0" smtClean="0">
                <a:solidFill>
                  <a:schemeClr val="accent6"/>
                </a:solidFill>
              </a:rPr>
              <a:t>to</a:t>
            </a:r>
            <a:r>
              <a:rPr lang="zh-CN" altLang="en-US" sz="2600" dirty="0" smtClean="0">
                <a:solidFill>
                  <a:schemeClr val="accent6"/>
                </a:solidFill>
              </a:rPr>
              <a:t> </a:t>
            </a:r>
            <a:r>
              <a:rPr lang="en-US" altLang="zh-CN" sz="2600" dirty="0" smtClean="0">
                <a:solidFill>
                  <a:schemeClr val="accent6"/>
                </a:solidFill>
              </a:rPr>
              <a:t>gradient</a:t>
            </a:r>
            <a:r>
              <a:rPr lang="zh-CN" altLang="en-US" sz="2600" dirty="0" smtClean="0">
                <a:solidFill>
                  <a:schemeClr val="accent6"/>
                </a:solidFill>
              </a:rPr>
              <a:t> </a:t>
            </a:r>
            <a:r>
              <a:rPr lang="en-US" altLang="zh-CN" sz="2600" dirty="0" smtClean="0">
                <a:solidFill>
                  <a:schemeClr val="accent6"/>
                </a:solidFill>
              </a:rPr>
              <a:t>or</a:t>
            </a:r>
            <a:r>
              <a:rPr lang="zh-CN" altLang="en-US" sz="2600" dirty="0" smtClean="0">
                <a:solidFill>
                  <a:schemeClr val="accent6"/>
                </a:solidFill>
              </a:rPr>
              <a:t> </a:t>
            </a:r>
            <a:r>
              <a:rPr lang="en-US" altLang="zh-CN" sz="2600" dirty="0" smtClean="0">
                <a:solidFill>
                  <a:schemeClr val="accent6"/>
                </a:solidFill>
              </a:rPr>
              <a:t>intercepts)</a:t>
            </a:r>
          </a:p>
          <a:p>
            <a:endParaRPr lang="en-US" altLang="zh-CN" sz="2600" dirty="0">
              <a:solidFill>
                <a:schemeClr val="accent6"/>
              </a:solidFill>
            </a:endParaRPr>
          </a:p>
          <a:p>
            <a:endParaRPr lang="en-US" altLang="zh-CN" sz="2600" dirty="0" smtClean="0">
              <a:solidFill>
                <a:schemeClr val="accent6"/>
              </a:solidFill>
            </a:endParaRPr>
          </a:p>
          <a:p>
            <a:endParaRPr lang="en-US" altLang="zh-CN" sz="2600" dirty="0">
              <a:solidFill>
                <a:schemeClr val="accent6"/>
              </a:solidFill>
            </a:endParaRPr>
          </a:p>
          <a:p>
            <a:endParaRPr lang="en-US" altLang="zh-CN" sz="2600" dirty="0" smtClean="0">
              <a:solidFill>
                <a:schemeClr val="accent6"/>
              </a:solidFill>
            </a:endParaRPr>
          </a:p>
          <a:p>
            <a:endParaRPr lang="en-US" altLang="zh-CN" sz="2600" dirty="0">
              <a:solidFill>
                <a:schemeClr val="accent6"/>
              </a:solidFill>
            </a:endParaRPr>
          </a:p>
          <a:p>
            <a:endParaRPr lang="en-US" altLang="zh-CN" sz="2600" dirty="0" smtClean="0">
              <a:solidFill>
                <a:schemeClr val="accent6"/>
              </a:solidFill>
            </a:endParaRPr>
          </a:p>
          <a:p>
            <a:endParaRPr lang="en-US" altLang="zh-CN" sz="2600" dirty="0">
              <a:solidFill>
                <a:schemeClr val="accent6"/>
              </a:solidFill>
            </a:endParaRPr>
          </a:p>
          <a:p>
            <a:endParaRPr lang="en-US" altLang="zh-CN" sz="2600" dirty="0" smtClean="0">
              <a:solidFill>
                <a:schemeClr val="accent6"/>
              </a:solidFill>
            </a:endParaRPr>
          </a:p>
          <a:p>
            <a:endParaRPr lang="en-US" altLang="zh-CN" sz="2600" dirty="0" smtClean="0">
              <a:solidFill>
                <a:schemeClr val="accent6"/>
              </a:solidFill>
            </a:endParaRPr>
          </a:p>
          <a:p>
            <a:r>
              <a:rPr lang="zh-CN" altLang="en-US" sz="2600" dirty="0" smtClean="0">
                <a:solidFill>
                  <a:schemeClr val="accent6"/>
                </a:solidFill>
              </a:rPr>
              <a:t>一般都是和斜率或者截距相关，带入之前的斜率</a:t>
            </a:r>
            <a:r>
              <a:rPr lang="zh-CN" altLang="en-US" sz="2600" dirty="0" smtClean="0">
                <a:solidFill>
                  <a:schemeClr val="accent6"/>
                </a:solidFill>
              </a:rPr>
              <a:t>（截距）的</a:t>
            </a:r>
            <a:r>
              <a:rPr lang="en-US" altLang="zh-CN" sz="2600" dirty="0" smtClean="0">
                <a:solidFill>
                  <a:schemeClr val="accent6"/>
                </a:solidFill>
              </a:rPr>
              <a:t>mean</a:t>
            </a:r>
            <a:r>
              <a:rPr lang="zh-CN" altLang="en-US" sz="2600" dirty="0" smtClean="0">
                <a:solidFill>
                  <a:schemeClr val="accent6"/>
                </a:solidFill>
              </a:rPr>
              <a:t> </a:t>
            </a:r>
            <a:r>
              <a:rPr lang="en-US" altLang="zh-CN" sz="2600" dirty="0" smtClean="0">
                <a:solidFill>
                  <a:schemeClr val="accent6"/>
                </a:solidFill>
              </a:rPr>
              <a:t>value</a:t>
            </a:r>
            <a:r>
              <a:rPr lang="zh-CN" altLang="en-US" sz="2600" dirty="0" smtClean="0">
                <a:solidFill>
                  <a:schemeClr val="accent6"/>
                </a:solidFill>
              </a:rPr>
              <a:t>来得到这个常数的值，注意单位</a:t>
            </a:r>
            <a:endParaRPr lang="en-US" altLang="zh-CN" sz="2600" dirty="0" smtClean="0">
              <a:solidFill>
                <a:schemeClr val="accent6"/>
              </a:solidFill>
            </a:endParaRPr>
          </a:p>
          <a:p>
            <a:endParaRPr lang="en-US" altLang="zh-CN" sz="2600" dirty="0" smtClean="0">
              <a:solidFill>
                <a:schemeClr val="accent6"/>
              </a:solidFill>
            </a:endParaRPr>
          </a:p>
        </p:txBody>
      </p:sp>
      <p:sp>
        <p:nvSpPr>
          <p:cNvPr id="559106" name="Rectangle 2"/>
          <p:cNvSpPr>
            <a:spLocks noGrp="1" noChangeArrowheads="1"/>
          </p:cNvSpPr>
          <p:nvPr>
            <p:ph type="title"/>
          </p:nvPr>
        </p:nvSpPr>
        <p:spPr>
          <a:xfrm>
            <a:off x="762140" y="160806"/>
            <a:ext cx="9436100" cy="625517"/>
          </a:xfrm>
        </p:spPr>
        <p:txBody>
          <a:bodyPr/>
          <a:lstStyle/>
          <a:p>
            <a:r>
              <a:rPr lang="en-US" altLang="zh-CN" dirty="0" smtClean="0">
                <a:solidFill>
                  <a:schemeClr val="accent6"/>
                </a:solidFill>
                <a:ea typeface="宋体" charset="-122"/>
              </a:rPr>
              <a:t>Question</a:t>
            </a:r>
            <a:r>
              <a:rPr lang="zh-CN" altLang="en-US" dirty="0" smtClean="0">
                <a:solidFill>
                  <a:schemeClr val="accent6"/>
                </a:solidFill>
                <a:ea typeface="宋体" charset="-122"/>
              </a:rPr>
              <a:t> </a:t>
            </a:r>
            <a:r>
              <a:rPr lang="en-US" altLang="zh-CN" dirty="0">
                <a:solidFill>
                  <a:schemeClr val="accent6"/>
                </a:solidFill>
                <a:ea typeface="宋体" charset="-122"/>
              </a:rPr>
              <a:t>2</a:t>
            </a:r>
            <a:endParaRPr lang="en-US" altLang="zh-CN" dirty="0">
              <a:solidFill>
                <a:schemeClr val="accent6"/>
              </a:solidFill>
              <a:ea typeface="宋体" charset="-122"/>
            </a:endParaRPr>
          </a:p>
        </p:txBody>
      </p:sp>
      <p:graphicFrame>
        <p:nvGraphicFramePr>
          <p:cNvPr id="55910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78178" name="Equation" r:id="rId4" imgW="114120" imgH="215640" progId="Equation.3">
                  <p:embed/>
                </p:oleObj>
              </mc:Choice>
              <mc:Fallback>
                <p:oleObj name="Equation" r:id="rId4" imgW="11412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7" name="图片 6"/>
          <p:cNvPicPr>
            <a:picLocks noChangeAspect="1"/>
          </p:cNvPicPr>
          <p:nvPr/>
        </p:nvPicPr>
        <p:blipFill>
          <a:blip r:embed="rId6"/>
          <a:stretch>
            <a:fillRect/>
          </a:stretch>
        </p:blipFill>
        <p:spPr>
          <a:xfrm>
            <a:off x="486807" y="1143060"/>
            <a:ext cx="9706881" cy="1237713"/>
          </a:xfrm>
          <a:prstGeom prst="rect">
            <a:avLst/>
          </a:prstGeom>
        </p:spPr>
      </p:pic>
      <p:pic>
        <p:nvPicPr>
          <p:cNvPr id="2" name="图片 1"/>
          <p:cNvPicPr>
            <a:picLocks noChangeAspect="1"/>
          </p:cNvPicPr>
          <p:nvPr/>
        </p:nvPicPr>
        <p:blipFill>
          <a:blip r:embed="rId7"/>
          <a:stretch>
            <a:fillRect/>
          </a:stretch>
        </p:blipFill>
        <p:spPr>
          <a:xfrm>
            <a:off x="486807" y="2607834"/>
            <a:ext cx="6038850" cy="2508263"/>
          </a:xfrm>
          <a:prstGeom prst="rect">
            <a:avLst/>
          </a:prstGeom>
        </p:spPr>
      </p:pic>
    </p:spTree>
    <p:extLst>
      <p:ext uri="{BB962C8B-B14F-4D97-AF65-F5344CB8AC3E}">
        <p14:creationId xmlns:p14="http://schemas.microsoft.com/office/powerpoint/2010/main" val="1759919622"/>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59142" name="Rectangle 38"/>
              <p:cNvSpPr>
                <a:spLocks noChangeArrowheads="1"/>
              </p:cNvSpPr>
              <p:nvPr/>
            </p:nvSpPr>
            <p:spPr bwMode="auto">
              <a:xfrm>
                <a:off x="0" y="4020534"/>
                <a:ext cx="11734492" cy="6797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rgbClr val="9999FF"/>
                  </a:buClr>
                  <a:buSzPct val="80000"/>
                  <a:buFont typeface="Wingdings" charset="2"/>
                  <a:buChar char="q"/>
                  <a:defRPr sz="2800">
                    <a:solidFill>
                      <a:schemeClr val="bg2"/>
                    </a:solidFill>
                    <a:latin typeface="Tahoma" charset="0"/>
                  </a:defRPr>
                </a:lvl1pPr>
                <a:lvl2pPr marL="742950" indent="-285750" algn="l">
                  <a:spcBef>
                    <a:spcPct val="20000"/>
                  </a:spcBef>
                  <a:buClr>
                    <a:srgbClr val="9999FF"/>
                  </a:buClr>
                  <a:buSzPct val="65000"/>
                  <a:buFont typeface="Wingdings" charset="2"/>
                  <a:buChar char="n"/>
                  <a:defRPr sz="2400">
                    <a:solidFill>
                      <a:schemeClr val="bg2"/>
                    </a:solidFill>
                    <a:latin typeface="Tahoma" charset="0"/>
                  </a:defRPr>
                </a:lvl2pPr>
                <a:lvl3pPr marL="1143000" indent="-228600" algn="l">
                  <a:spcBef>
                    <a:spcPct val="20000"/>
                  </a:spcBef>
                  <a:buClr>
                    <a:srgbClr val="9999FF"/>
                  </a:buClr>
                  <a:buSzPct val="65000"/>
                  <a:buFont typeface="Wingdings" charset="2"/>
                  <a:buChar char="n"/>
                  <a:defRPr sz="2000">
                    <a:solidFill>
                      <a:schemeClr val="bg2"/>
                    </a:solidFill>
                    <a:latin typeface="Tahoma" charset="0"/>
                  </a:defRPr>
                </a:lvl3pPr>
                <a:lvl4pPr marL="1600200" indent="-228600" algn="l">
                  <a:spcBef>
                    <a:spcPct val="20000"/>
                  </a:spcBef>
                  <a:buClr>
                    <a:srgbClr val="9999FF"/>
                  </a:buClr>
                  <a:buSzPct val="65000"/>
                  <a:buFont typeface="Wingdings" charset="2"/>
                  <a:buChar char="n"/>
                  <a:defRPr>
                    <a:solidFill>
                      <a:schemeClr val="bg2"/>
                    </a:solidFill>
                    <a:latin typeface="Tahoma" charset="0"/>
                  </a:defRPr>
                </a:lvl4pPr>
                <a:lvl5pPr marL="2057400" indent="-228600" algn="l">
                  <a:spcBef>
                    <a:spcPct val="20000"/>
                  </a:spcBef>
                  <a:buClr>
                    <a:srgbClr val="9999FF"/>
                  </a:buClr>
                  <a:buSzPct val="65000"/>
                  <a:buFont typeface="Wingdings" charset="2"/>
                  <a:buChar char="n"/>
                  <a:defRPr>
                    <a:solidFill>
                      <a:schemeClr val="bg2"/>
                    </a:solidFill>
                    <a:latin typeface="Tahoma" charset="0"/>
                  </a:defRPr>
                </a:lvl5pPr>
                <a:lvl6pPr marL="25146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6pPr>
                <a:lvl7pPr marL="29718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7pPr>
                <a:lvl8pPr marL="34290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8pPr>
                <a:lvl9pPr marL="38862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9pPr>
              </a:lstStyle>
              <a:p>
                <a:r>
                  <a:rPr lang="zh-CN" altLang="en-US" sz="2600" dirty="0" smtClean="0">
                    <a:solidFill>
                      <a:schemeClr val="accent6"/>
                    </a:solidFill>
                  </a:rPr>
                  <a:t>可以使用这种关联</a:t>
                </a:r>
                <a:r>
                  <a:rPr lang="en-US" altLang="zh-CN" sz="2600" dirty="0" smtClean="0">
                    <a:solidFill>
                      <a:schemeClr val="accent6"/>
                    </a:solidFill>
                  </a:rPr>
                  <a:t>percentage</a:t>
                </a:r>
                <a:r>
                  <a:rPr lang="zh-CN" altLang="en-US" sz="2600" dirty="0" smtClean="0">
                    <a:solidFill>
                      <a:schemeClr val="accent6"/>
                    </a:solidFill>
                  </a:rPr>
                  <a:t> </a:t>
                </a:r>
                <a:r>
                  <a:rPr lang="en-US" altLang="zh-CN" sz="2600" dirty="0" smtClean="0">
                    <a:solidFill>
                      <a:schemeClr val="accent6"/>
                    </a:solidFill>
                  </a:rPr>
                  <a:t>uncertainty</a:t>
                </a:r>
                <a:r>
                  <a:rPr lang="zh-CN" altLang="en-US" sz="2600" dirty="0" smtClean="0">
                    <a:solidFill>
                      <a:schemeClr val="accent6"/>
                    </a:solidFill>
                  </a:rPr>
                  <a:t>的求法</a:t>
                </a:r>
                <a:endParaRPr lang="en-US" altLang="zh-CN" sz="2600" dirty="0" smtClean="0">
                  <a:solidFill>
                    <a:schemeClr val="accent6"/>
                  </a:solidFill>
                </a:endParaRPr>
              </a:p>
              <a:p>
                <a:endParaRPr lang="en-US" altLang="zh-CN" sz="2600" dirty="0">
                  <a:solidFill>
                    <a:schemeClr val="accent6"/>
                  </a:solidFill>
                </a:endParaRPr>
              </a:p>
              <a:p>
                <a:endParaRPr lang="en-US" altLang="zh-CN" sz="2600" dirty="0" smtClean="0">
                  <a:solidFill>
                    <a:schemeClr val="accent6"/>
                  </a:solidFill>
                </a:endParaRPr>
              </a:p>
              <a:p>
                <a:endParaRPr lang="en-US" altLang="zh-CN" sz="2600" dirty="0">
                  <a:solidFill>
                    <a:schemeClr val="accent6"/>
                  </a:solidFill>
                </a:endParaRPr>
              </a:p>
              <a:p>
                <a:r>
                  <a:rPr lang="zh-CN" altLang="en-US" sz="2600" dirty="0" smtClean="0">
                    <a:solidFill>
                      <a:schemeClr val="accent6"/>
                    </a:solidFill>
                  </a:rPr>
                  <a:t>也可以找出</a:t>
                </a:r>
                <a14:m>
                  <m:oMath xmlns:m="http://schemas.openxmlformats.org/officeDocument/2006/math">
                    <m:r>
                      <a:rPr lang="en-US" altLang="zh-CN" sz="2600" b="0" i="1" smtClean="0">
                        <a:solidFill>
                          <a:schemeClr val="accent6"/>
                        </a:solidFill>
                        <a:latin typeface="Cambria Math" charset="0"/>
                      </a:rPr>
                      <m:t>𝜌</m:t>
                    </m:r>
                    <m:r>
                      <a:rPr lang="zh-CN" altLang="en-US" sz="2600" b="0" i="1" smtClean="0">
                        <a:solidFill>
                          <a:schemeClr val="accent6"/>
                        </a:solidFill>
                        <a:latin typeface="Cambria Math" charset="0"/>
                      </a:rPr>
                      <m:t>的</m:t>
                    </m:r>
                    <m:r>
                      <a:rPr lang="zh-CN" altLang="en-US" sz="2600" i="1" smtClean="0">
                        <a:solidFill>
                          <a:schemeClr val="accent6"/>
                        </a:solidFill>
                        <a:latin typeface="Cambria Math" charset="0"/>
                      </a:rPr>
                      <m:t>最大值</m:t>
                    </m:r>
                    <m:r>
                      <a:rPr lang="en-US" altLang="zh-CN" sz="2600" b="0" i="0" smtClean="0">
                        <a:solidFill>
                          <a:schemeClr val="accent6"/>
                        </a:solidFill>
                        <a:latin typeface="Cambria Math" charset="0"/>
                      </a:rPr>
                      <m:t>/</m:t>
                    </m:r>
                    <m:r>
                      <a:rPr lang="zh-CN" altLang="en-US" sz="2600" i="1" smtClean="0">
                        <a:solidFill>
                          <a:schemeClr val="accent6"/>
                        </a:solidFill>
                        <a:latin typeface="Cambria Math" charset="0"/>
                      </a:rPr>
                      <m:t>最小值</m:t>
                    </m:r>
                  </m:oMath>
                </a14:m>
                <a:r>
                  <a:rPr lang="zh-CN" altLang="en-US" sz="2600" dirty="0" smtClean="0">
                    <a:solidFill>
                      <a:schemeClr val="accent6"/>
                    </a:solidFill>
                  </a:rPr>
                  <a:t>，先算出</a:t>
                </a:r>
                <a14:m>
                  <m:oMath xmlns:m="http://schemas.openxmlformats.org/officeDocument/2006/math">
                    <m:r>
                      <m:rPr>
                        <m:sty m:val="p"/>
                      </m:rPr>
                      <a:rPr lang="en-US" altLang="zh-CN" sz="2600" b="0" i="0" smtClean="0">
                        <a:solidFill>
                          <a:schemeClr val="accent6"/>
                        </a:solidFill>
                        <a:latin typeface="Cambria Math" charset="0"/>
                      </a:rPr>
                      <m:t>Δ</m:t>
                    </m:r>
                    <m:r>
                      <a:rPr lang="en-US" altLang="zh-CN" sz="2600" b="0" i="1" smtClean="0">
                        <a:solidFill>
                          <a:schemeClr val="accent6"/>
                        </a:solidFill>
                        <a:latin typeface="Cambria Math" charset="0"/>
                      </a:rPr>
                      <m:t>𝜌</m:t>
                    </m:r>
                  </m:oMath>
                </a14:m>
                <a:r>
                  <a:rPr lang="zh-CN" altLang="en-US" sz="2600" dirty="0" smtClean="0">
                    <a:solidFill>
                      <a:schemeClr val="accent6"/>
                    </a:solidFill>
                  </a:rPr>
                  <a:t> 再计算百分比</a:t>
                </a:r>
                <a:r>
                  <a:rPr lang="en-US" altLang="zh-CN" sz="2600" dirty="0" smtClean="0">
                    <a:solidFill>
                      <a:schemeClr val="accent6"/>
                    </a:solidFill>
                  </a:rPr>
                  <a:t>uncertainty</a:t>
                </a:r>
              </a:p>
            </p:txBody>
          </p:sp>
        </mc:Choice>
        <mc:Fallback>
          <p:sp>
            <p:nvSpPr>
              <p:cNvPr id="559142" name="Rectangle 38"/>
              <p:cNvSpPr>
                <a:spLocks noRot="1" noChangeAspect="1" noMove="1" noResize="1" noEditPoints="1" noAdjustHandles="1" noChangeArrowheads="1" noChangeShapeType="1" noTextEdit="1"/>
              </p:cNvSpPr>
              <p:nvPr/>
            </p:nvSpPr>
            <p:spPr bwMode="auto">
              <a:xfrm>
                <a:off x="0" y="4020534"/>
                <a:ext cx="11734492" cy="679765"/>
              </a:xfrm>
              <a:prstGeom prst="rect">
                <a:avLst/>
              </a:prstGeom>
              <a:blipFill rotWithShape="0">
                <a:blip r:embed="rId4"/>
                <a:stretch>
                  <a:fillRect l="-468" t="-9910" b="-27477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r>
                  <a:rPr lang="zh-CN" altLang="en-US">
                    <a:noFill/>
                  </a:rPr>
                  <a:t> </a:t>
                </a:r>
              </a:p>
            </p:txBody>
          </p:sp>
        </mc:Fallback>
      </mc:AlternateContent>
      <p:graphicFrame>
        <p:nvGraphicFramePr>
          <p:cNvPr id="559108" name="Object 4"/>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79202" name="Equation" r:id="rId5" imgW="114120" imgH="215640" progId="Equation.3">
                  <p:embed/>
                </p:oleObj>
              </mc:Choice>
              <mc:Fallback>
                <p:oleObj name="Equation" r:id="rId5" imgW="11412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3" name="图片 2"/>
          <p:cNvPicPr>
            <a:picLocks noChangeAspect="1"/>
          </p:cNvPicPr>
          <p:nvPr/>
        </p:nvPicPr>
        <p:blipFill>
          <a:blip r:embed="rId7"/>
          <a:stretch>
            <a:fillRect/>
          </a:stretch>
        </p:blipFill>
        <p:spPr>
          <a:xfrm>
            <a:off x="292606" y="804060"/>
            <a:ext cx="8470324" cy="3189622"/>
          </a:xfrm>
          <a:prstGeom prst="rect">
            <a:avLst/>
          </a:prstGeom>
        </p:spPr>
      </p:pic>
      <p:sp>
        <p:nvSpPr>
          <p:cNvPr id="9" name="Rectangle 38"/>
          <p:cNvSpPr>
            <a:spLocks noChangeArrowheads="1"/>
          </p:cNvSpPr>
          <p:nvPr/>
        </p:nvSpPr>
        <p:spPr bwMode="auto">
          <a:xfrm>
            <a:off x="324004" y="310903"/>
            <a:ext cx="11734492" cy="679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rgbClr val="9999FF"/>
              </a:buClr>
              <a:buSzPct val="80000"/>
              <a:buFont typeface="Wingdings" charset="2"/>
              <a:buChar char="q"/>
              <a:defRPr sz="2800">
                <a:solidFill>
                  <a:schemeClr val="bg2"/>
                </a:solidFill>
                <a:latin typeface="Tahoma" charset="0"/>
              </a:defRPr>
            </a:lvl1pPr>
            <a:lvl2pPr marL="742950" indent="-285750" algn="l">
              <a:spcBef>
                <a:spcPct val="20000"/>
              </a:spcBef>
              <a:buClr>
                <a:srgbClr val="9999FF"/>
              </a:buClr>
              <a:buSzPct val="65000"/>
              <a:buFont typeface="Wingdings" charset="2"/>
              <a:buChar char="n"/>
              <a:defRPr sz="2400">
                <a:solidFill>
                  <a:schemeClr val="bg2"/>
                </a:solidFill>
                <a:latin typeface="Tahoma" charset="0"/>
              </a:defRPr>
            </a:lvl2pPr>
            <a:lvl3pPr marL="1143000" indent="-228600" algn="l">
              <a:spcBef>
                <a:spcPct val="20000"/>
              </a:spcBef>
              <a:buClr>
                <a:srgbClr val="9999FF"/>
              </a:buClr>
              <a:buSzPct val="65000"/>
              <a:buFont typeface="Wingdings" charset="2"/>
              <a:buChar char="n"/>
              <a:defRPr sz="2000">
                <a:solidFill>
                  <a:schemeClr val="bg2"/>
                </a:solidFill>
                <a:latin typeface="Tahoma" charset="0"/>
              </a:defRPr>
            </a:lvl3pPr>
            <a:lvl4pPr marL="1600200" indent="-228600" algn="l">
              <a:spcBef>
                <a:spcPct val="20000"/>
              </a:spcBef>
              <a:buClr>
                <a:srgbClr val="9999FF"/>
              </a:buClr>
              <a:buSzPct val="65000"/>
              <a:buFont typeface="Wingdings" charset="2"/>
              <a:buChar char="n"/>
              <a:defRPr>
                <a:solidFill>
                  <a:schemeClr val="bg2"/>
                </a:solidFill>
                <a:latin typeface="Tahoma" charset="0"/>
              </a:defRPr>
            </a:lvl4pPr>
            <a:lvl5pPr marL="2057400" indent="-228600" algn="l">
              <a:spcBef>
                <a:spcPct val="20000"/>
              </a:spcBef>
              <a:buClr>
                <a:srgbClr val="9999FF"/>
              </a:buClr>
              <a:buSzPct val="65000"/>
              <a:buFont typeface="Wingdings" charset="2"/>
              <a:buChar char="n"/>
              <a:defRPr>
                <a:solidFill>
                  <a:schemeClr val="bg2"/>
                </a:solidFill>
                <a:latin typeface="Tahoma" charset="0"/>
              </a:defRPr>
            </a:lvl5pPr>
            <a:lvl6pPr marL="25146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6pPr>
            <a:lvl7pPr marL="29718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7pPr>
            <a:lvl8pPr marL="34290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8pPr>
            <a:lvl9pPr marL="3886200" indent="-228600" fontAlgn="base">
              <a:spcBef>
                <a:spcPct val="20000"/>
              </a:spcBef>
              <a:spcAft>
                <a:spcPct val="0"/>
              </a:spcAft>
              <a:buClr>
                <a:srgbClr val="9999FF"/>
              </a:buClr>
              <a:buSzPct val="65000"/>
              <a:buFont typeface="Wingdings" charset="2"/>
              <a:buChar char="n"/>
              <a:defRPr>
                <a:solidFill>
                  <a:schemeClr val="bg2"/>
                </a:solidFill>
                <a:latin typeface="Tahoma" charset="0"/>
              </a:defRPr>
            </a:lvl9pPr>
          </a:lstStyle>
          <a:p>
            <a:r>
              <a:rPr lang="en-US" altLang="zh-CN" sz="2600" dirty="0" smtClean="0">
                <a:solidFill>
                  <a:schemeClr val="accent6"/>
                </a:solidFill>
              </a:rPr>
              <a:t>Calculate</a:t>
            </a:r>
            <a:r>
              <a:rPr lang="zh-CN" altLang="en-US" sz="2600" dirty="0" smtClean="0">
                <a:solidFill>
                  <a:schemeClr val="accent6"/>
                </a:solidFill>
              </a:rPr>
              <a:t> </a:t>
            </a:r>
            <a:r>
              <a:rPr lang="en-US" altLang="zh-CN" sz="2600" dirty="0" smtClean="0">
                <a:solidFill>
                  <a:schemeClr val="accent6"/>
                </a:solidFill>
              </a:rPr>
              <a:t>some</a:t>
            </a:r>
            <a:r>
              <a:rPr lang="zh-CN" altLang="en-US" sz="2600" dirty="0" smtClean="0">
                <a:solidFill>
                  <a:schemeClr val="accent6"/>
                </a:solidFill>
              </a:rPr>
              <a:t> </a:t>
            </a:r>
            <a:r>
              <a:rPr lang="en-US" altLang="zh-CN" sz="2600" dirty="0" smtClean="0">
                <a:solidFill>
                  <a:schemeClr val="accent6"/>
                </a:solidFill>
              </a:rPr>
              <a:t>constant</a:t>
            </a:r>
            <a:r>
              <a:rPr lang="zh-CN" altLang="en-US" sz="2600" dirty="0" smtClean="0">
                <a:solidFill>
                  <a:schemeClr val="accent6"/>
                </a:solidFill>
              </a:rPr>
              <a:t> </a:t>
            </a:r>
            <a:r>
              <a:rPr lang="en-US" altLang="zh-CN" sz="2600" dirty="0" smtClean="0">
                <a:solidFill>
                  <a:schemeClr val="accent6"/>
                </a:solidFill>
              </a:rPr>
              <a:t>with</a:t>
            </a:r>
            <a:r>
              <a:rPr lang="zh-CN" altLang="en-US" sz="2600" dirty="0" smtClean="0">
                <a:solidFill>
                  <a:schemeClr val="accent6"/>
                </a:solidFill>
              </a:rPr>
              <a:t> </a:t>
            </a:r>
            <a:r>
              <a:rPr lang="en-US" altLang="zh-CN" sz="2600" dirty="0" smtClean="0">
                <a:solidFill>
                  <a:schemeClr val="accent6"/>
                </a:solidFill>
              </a:rPr>
              <a:t>uncertainty</a:t>
            </a:r>
            <a:r>
              <a:rPr lang="zh-CN" altLang="en-US" sz="2600" dirty="0" smtClean="0">
                <a:solidFill>
                  <a:schemeClr val="accent6"/>
                </a:solidFill>
              </a:rPr>
              <a:t> </a:t>
            </a:r>
            <a:r>
              <a:rPr lang="en-US" altLang="zh-CN" sz="2600" dirty="0" smtClean="0">
                <a:solidFill>
                  <a:schemeClr val="accent6"/>
                </a:solidFill>
              </a:rPr>
              <a:t>(related</a:t>
            </a:r>
            <a:r>
              <a:rPr lang="zh-CN" altLang="en-US" sz="2600" dirty="0" smtClean="0">
                <a:solidFill>
                  <a:schemeClr val="accent6"/>
                </a:solidFill>
              </a:rPr>
              <a:t> </a:t>
            </a:r>
            <a:r>
              <a:rPr lang="en-US" altLang="zh-CN" sz="2600" dirty="0" smtClean="0">
                <a:solidFill>
                  <a:schemeClr val="accent6"/>
                </a:solidFill>
              </a:rPr>
              <a:t>to</a:t>
            </a:r>
            <a:r>
              <a:rPr lang="zh-CN" altLang="en-US" sz="2600" dirty="0" smtClean="0">
                <a:solidFill>
                  <a:schemeClr val="accent6"/>
                </a:solidFill>
              </a:rPr>
              <a:t> </a:t>
            </a:r>
            <a:r>
              <a:rPr lang="en-US" altLang="zh-CN" sz="2600" dirty="0" smtClean="0">
                <a:solidFill>
                  <a:schemeClr val="accent6"/>
                </a:solidFill>
              </a:rPr>
              <a:t>gradient</a:t>
            </a:r>
            <a:r>
              <a:rPr lang="zh-CN" altLang="en-US" sz="2600" dirty="0" smtClean="0">
                <a:solidFill>
                  <a:schemeClr val="accent6"/>
                </a:solidFill>
              </a:rPr>
              <a:t> </a:t>
            </a:r>
            <a:r>
              <a:rPr lang="en-US" altLang="zh-CN" sz="2600" dirty="0" smtClean="0">
                <a:solidFill>
                  <a:schemeClr val="accent6"/>
                </a:solidFill>
              </a:rPr>
              <a:t>or</a:t>
            </a:r>
            <a:r>
              <a:rPr lang="zh-CN" altLang="en-US" sz="2600" dirty="0" smtClean="0">
                <a:solidFill>
                  <a:schemeClr val="accent6"/>
                </a:solidFill>
              </a:rPr>
              <a:t> </a:t>
            </a:r>
            <a:r>
              <a:rPr lang="en-US" altLang="zh-CN" sz="2600" dirty="0" smtClean="0">
                <a:solidFill>
                  <a:schemeClr val="accent6"/>
                </a:solidFill>
              </a:rPr>
              <a:t>intercepts)</a:t>
            </a:r>
          </a:p>
          <a:p>
            <a:endParaRPr lang="en-US" altLang="zh-CN" sz="2600" dirty="0" smtClean="0">
              <a:solidFill>
                <a:schemeClr val="accent6"/>
              </a:solidFill>
            </a:endParaRPr>
          </a:p>
        </p:txBody>
      </p:sp>
      <p:pic>
        <p:nvPicPr>
          <p:cNvPr id="5" name="图片 4"/>
          <p:cNvPicPr>
            <a:picLocks noChangeAspect="1"/>
          </p:cNvPicPr>
          <p:nvPr/>
        </p:nvPicPr>
        <p:blipFill>
          <a:blip r:embed="rId8"/>
          <a:stretch>
            <a:fillRect/>
          </a:stretch>
        </p:blipFill>
        <p:spPr>
          <a:xfrm>
            <a:off x="381150" y="4486839"/>
            <a:ext cx="5207000" cy="1054100"/>
          </a:xfrm>
          <a:prstGeom prst="rect">
            <a:avLst/>
          </a:prstGeom>
        </p:spPr>
      </p:pic>
    </p:spTree>
    <p:extLst>
      <p:ext uri="{BB962C8B-B14F-4D97-AF65-F5344CB8AC3E}">
        <p14:creationId xmlns:p14="http://schemas.microsoft.com/office/powerpoint/2010/main" val="548556053"/>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7015</TotalTime>
  <Pages>0</Pages>
  <Words>748</Words>
  <Characters>0</Characters>
  <Application>Microsoft Macintosh PowerPoint</Application>
  <DocSecurity>0</DocSecurity>
  <PresentationFormat>宽屏</PresentationFormat>
  <Lines>0</Lines>
  <Paragraphs>103</Paragraphs>
  <Slides>12</Slides>
  <Notes>11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12</vt:i4>
      </vt:variant>
    </vt:vector>
  </HeadingPairs>
  <TitlesOfParts>
    <vt:vector size="23" baseType="lpstr">
      <vt:lpstr>Calibri</vt:lpstr>
      <vt:lpstr>Cambria Math</vt:lpstr>
      <vt:lpstr>Mangal</vt:lpstr>
      <vt:lpstr>Tahoma</vt:lpstr>
      <vt:lpstr>Times New Roman</vt:lpstr>
      <vt:lpstr>Wingdings</vt:lpstr>
      <vt:lpstr>黑体</vt:lpstr>
      <vt:lpstr>宋体</vt:lpstr>
      <vt:lpstr>Arial</vt:lpstr>
      <vt:lpstr>默认设计模板</vt:lpstr>
      <vt:lpstr>Equation</vt:lpstr>
      <vt:lpstr>9702 Paper5 Practical</vt:lpstr>
      <vt:lpstr>Question 1</vt:lpstr>
      <vt:lpstr>PowerPoint 演示文稿</vt:lpstr>
      <vt:lpstr>General Template</vt:lpstr>
      <vt:lpstr>General Template</vt:lpstr>
      <vt:lpstr>Question 2</vt:lpstr>
      <vt:lpstr>PowerPoint 演示文稿</vt:lpstr>
      <vt:lpstr>Question 2</vt:lpstr>
      <vt:lpstr>Question 2</vt:lpstr>
      <vt:lpstr>Question 2</vt:lpstr>
      <vt:lpstr>Question 2</vt:lpstr>
      <vt:lpstr>PowerPoint 演示文稿</vt:lpstr>
    </vt:vector>
  </TitlesOfParts>
  <LinksUpToDate>false</LinksUpToDate>
  <CharactersWithSpaces>0</CharactersWithSpaces>
  <SharedDoc>false</SharedDoc>
  <HyperlinksChanged>false</HyperlinksChanged>
  <AppVersion>15.0029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liuxudong_scu@163.com</cp:lastModifiedBy>
  <cp:revision>612</cp:revision>
  <dcterms:created xsi:type="dcterms:W3CDTF">2014-04-30T10:50:35Z</dcterms:created>
  <dcterms:modified xsi:type="dcterms:W3CDTF">2020-09-22T08:01:10Z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2052-9.1.0.4555</vt:lpwstr>
  </property>
</Properties>
</file>